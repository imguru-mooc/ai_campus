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02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3분]
인사 후: "어제 여러분은 값 하나를 다뤘습니다. 오늘은 값 '수천 개'를 담는 그릇 — 자료구조 — 와, 코드를 재사용하는 단위 — 함수 — 를 배웁니다. 오늘이 끝나면 노드 3개가 쏟아내는 30개 측정값을 저장하고, 통계 내고, 표로 출력하는 프로그램을 여러분 손으로 만듭니다."
하단 알약을 훑으며 오늘의 일곱 주제 소개. "어제 02 애니메이션 마지막 프리셋을 눌러 본 분?" 손 든 학생에게 무엇을 봤는지 한 문장 요청 — 오늘 1교시가 바로 거기서 시작한다고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여섯 카드를 짚되 1번과 5번에서 멈춘다.
1번: "오늘 오전의 절반은 '복사인 줄 알았는데 복사가 아니었다'는 함정 하나를 완전히 이해하는 데 씁니다. 이걸 대충 넘어가면 로봇 코드에서 리스트가 유령처럼 바뀌는 버그를 만나게 됩니다."
5번: "어제 04 애니메이션에서 잘못된 숫자에 프로그램이 죽는 걸 봤습니다. 오늘 6교시에 그걸 막는 법을 배웁니다."
"6번 종합에서 오늘 배운 전부 — dict 레코드, 함수, 컴프리헨션, 모듈, 예외 — 가 한 프로그램에 들어갑니다."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"오전은 자료구조(리스트·튜플·딕셔너리·집합)와 함수, 오후는 함수 심화·모듈·예외, 7교시 종합 실습, 8교시 퀴즈·제출 — 어제와 같은 리듬입니다."
애니메이션 열: "오늘은 신규 6개가 day2 폴더에 있고, 어제 쓰던 02·03·05 에는 [Day 2] 프리셋이 추가됐습니다. 같은 파일이 계속 자란다는 것 — 우리 수업의 방식입니다."
쉬는 시간·점심·질문 규칙은 어제와 동일함을 짧게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"도구 세 개, 어제와 같은 구성입니다." 차이만 강조:
① 애니메이션: "오늘은 10개 — 신규 6개는 day2 주소, 확장 4개는 어제 주소 그대로입니다."
② Colab 워크시트: "오늘도 교시당 TODO 4개 + 자동 채점. 7교시 과제 A는 여러분이 만든 데이터를 기준으로 정합성을 검사하므로, 난수가 달라도 논리가 맞으면 PASS 입니다."
③ 개념 워크시트: "worksheet.html 이 Day 2 문항 70개로 바뀌어 있습니다. 쉬는 시간마다 한 교시씩."
하단 흐름 반복: "예측 → 애니메이션 → 코드 → 채점. 오늘도 답을 보기 전에 반드시 예측입니다."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신규 6개를 빠르게, D2-1 과 D2-4 만 한 문장 더: "D2-1 은 딕셔너리가 '왜 빠른가'를 눈으로 보여주고, D2-4 는 for 문과 한 줄 코드가 같은 순간에 같은 일을 하는 걸 보여줍니다."
확장 4개: "02·03·05 는 어제 파일에 [Day 2] 프리셋이 추가된 것입니다. 03 을 열면 '함수 호출과 스택'이 새로 보일 겁니다."
"제목을 클릭하면 열립니다. 다음 슬라이드 주소를 즐겨찾기에 추가하세요."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"사용법은 어제와 완전히 같습니다." 설정 셀만 재강조: "오늘 설정 셀에는 NODES 라는 센서 데이터가 들어 있습니다. 2교시부터 계속 쓰니 반드시 먼저 실행하세요."
개념 워크시트: "채점하기 전에는 답 수정 가능, 채점 후 잠금, 제출 → 오답 정리 → 캡처 → 노션. 결과 코드 형식도 어제와 같습니다(예: 3B-8052)."
제출 예시 출력을 가리키며 "오늘 합계는 32점 만점"이라고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"Day 2 기본 주소입니다. 어제 주소에서 day1 이 day2 로 바뀐 것뿐입니다. 지금 접속해 index.html 을 열어 보세요." 1분 대기, 채팅으로 주소 공유.
"목차 아래쪽에 '재사용·확장' 섹션이 있어서 어제 파일로도 바로 넘어갑니다. 접속 안 되는 분은 옆 사람과 같이 보고 쉬는 시간에 오세요."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🎬 02 '리스트 참조 공유' 자동 재생. "b = a 다음 b.append — a 를 출력하면?" 예측을 받고 재생. 이어서 '리스트 복사'. "어제 예고한 함정, 오늘의 첫 주제입니다."
(5분) 02 '[Day 2] 중첩 얕은 복사' — 보라 화살표(객체→객체 참조)를 처음 보여주며 "copy() 는 겉 상자만 새로 만듭니다". 'deepcopy' 프리셋으로 화살표가 갈라지는 것 대비.
(7분) 🎬 D2-3. append vs extend([1,2] 통째 vs 낱개), pop 만 값을 반환, 그리고 '⚠ a = a.sort() 함정' — a 가 None 이 되는 순간 학생 반응을 기다린다. 'sorted(a)' 프리셋으로 마무리: "원본이 필요하면 sorted."
(4분) 튜플: 언패킹·스왑·별표. "record = ("id", [25.3]) 의 안쪽 리스트는 append 가 됩니다 — 불변은 '참조가 불변'."
(3분) 🎬 05 '[Day 2] 슬라이스 대입' — 길이가 변하는 것 확인. "문자열에서는 TypeError."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 + 정리 5분]
"1교시 TODO 4개, 15분입니다. 1-2 는 wrong 과 right 둘 다 만들어 비교하고, 이유를 텍스트 셀에 꼭 쓰세요."
순회 포인트: top3 를 temps.sort() 로 만들어 원본을 망친 학생(채점 두 번째 항목이 잡아낸다 — sorted 로 유도), 1-3 에서 *rest 별표 위치 혼동, 1-4 에서 record[1] = [...] 을 시도해 TypeError 를 만난 학생(그게 바로 정답의 반대편 증거라고 칭찬).
정리: 자기 점검 2문항 예측 → 02 와 D2-3 으로 확인. "b = a 가 왜 복사가 아닌지 옆 사람에게 30초 설명" 페어 활동 후 한 명 지목.
쉬는 시간: worksheet.html 1교시 10문항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(7분) 🎬 D2-1 '조회 성공'. "딕셔너리는 key 를 hash 에 넣어 나온 번호의 칸으로 직행합니다. 오른쪽 리스트는 같은 걸 찾으려고 다섯 번 비교하죠. 항목이 1만 개면?" — O(1) vs O(n) 을 체감시킨다.
(6분) '없는 키 ✕' → KeyError 로 죽는 것, '.get(-1)' → 기본값으로 사는 것을 연달아. '키 덮어쓰기'로 "같은 키는 하나만". in 검사도 언급.
(3분) '리스트 키 ✕' — unhashable. "어제 배운 가변/불변이 여기서 다시 나옵니다. 튜플은 됩니다 — 좌표 키."
(5분) 🎬 D2-5. '첫 측정 T' 프리셋으로 dict→list→dict 3층 하강을 한 층씩. '✕ 층 착각'으로 TypeError — "지금 몇 층이고 그 층이 무슨 자료형인지, 이것이 중첩 구조의 전부."
(4분) 🎬 D2-2. &amp; 와 - 두 개만 시연, 나머지는 실습에서. "어제 비트 XOR 과 ^ 가 같은 발상."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"2-1 은 for 문으로, 4교시에 같은 걸 한 줄로 다시 씁니다. 2-4 의 .get(level, 0) + 1 은 집계의 만능 패턴이니 손에 익히세요."
순회 포인트: 2-1 에서 readings 두 개를 하드코딩으로 더한 학생(노드가 늘면?), 2-3 에서 set() 변환 없이 리스트에 &amp; 를 시도한 학생(TypeError — 집합으로 바꿔야), NODES 설정 셀을 안 돌려 NameError 난 학생.
막힌 조에게 D2-5 에 자기 접근식을 대입해 보게 한다. 자기 점검 2문항 확인 후, D2-6 결정 트리를 1분 시연하며 "7교시에 자료구조가 막히면 여기로 돌아오세요."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(8분) 🎬 03 '[Day 2] 함수 호출과 스택' — 오늘 가장 중요한 그림. 한 단계씩: def 는 실행이 아니라 이름 붙이기 → 호출 순간 변수 표에 judge▸temp 가 '생기는' 것 → return 과 함께 '사라지는' 것 → status 에 값이 남는 것. "지역 변수의 수명 = 프레임의 수명."
(7분) 인자: 기본값 vref=3.3, 키워드 호출, *args 로 stats, 다중 반환 lo, hi, avg 언패킹(어제 튜플과 연결).
(5분) 스코프: 함수 안 count = 1 이 전역을 못 바꾸는 예제. "global 대신 반환값으로 주고받기."
(5분) 가변 기본값 함정: bad_log 를 두 번 호출해 [1] [1, 2]. "기본값 리스트는 정의 때 한 번만 — 1교시 참조 모델이 그대로 적용됩니다. 관용 해법 acc=None."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"3-1 judge 는 어제 if-elif 를 함수로 감싸는 것 — 경계값 0 과 30 을 채점이 검사합니다. 3-2 parse_field 는 6교시에서 다시 씁니다."
순회 포인트: judge 에서 print 만 하고 return 을 빼먹은 학생(채점 실패 — print 와 return 구분), stats 에서 평균 round 누락, safe_log 에서 if acc == None 대신 is None 권장.
자기 점검 2문항 확인. 마무리 발문: "함수를 호출하면 무엇이 만들어졌다가 사라지나요?" — '스택 프레임'이 나올 때까지.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[점심 후 주의 환기 1분 + 강의 20분]
(6분) 🎬 D2-4 '기본 — 2배' 재생. for 문 쪽과 한 줄 쪽이 같은 순간에 빛나는 것을 보여주며 "컴프리헨션은 새 문법이 아니라 for 문을 접은 것". 읽는 순서 for → if → 식을 함께 소리 내어.
(5분) '조건 — 짝수만' — 탈락한 원소는 식을 계산하지 않고 버려지는 것. 'ADC → 전압' — 어제 공식이 리스트 전체에.
(5분) key= 정렬: sorted(records, key=lambda r: r["T"], reverse=True) 를 라이브로. max(key=...) 는 '레코드 자체'를 반환한다는 것 강조.
(4분) dict 컴프리헨션 한 개, map 을 print 해 이터레이터임을 보여주고 "list() 로 꺼낸다". '문자열 파싱' 프리셋에서 "짧은 것보다 읽히는 것이 우선"으로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"4-2 의 records 는 따라하기 셀에서 만든 것을 그대로 씁니다. 먼저 그 셀을 실행했는지 확인하세요."
순회 포인트: hottest 에서 max(...)["id"] 대신 max 결과 전체를 넣은 학생(채점이 문자열을 기대), 4-4 에서 평균 round 위치, 컴프리헨션 안에 컴프리헨션을 3중으로 쓰려는 학생(2중까지만 — for 문으로 풀라고 권유).
빨리 끝낸 학생: 4-1 을 map 버전으로도 써 보게 한다.
자기 점검 [4, 6] 문항을 D2-4 '조건' 프리셋으로 확인하며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(7분) 라이브 시연이 애니메이션을 대신합니다. %%writefile sensors.py 에 3교시 judge·parse_field 를 붙여 저장 → !python sensors.py 로 __main__ 블록 실행 → import sensors 후 sensors.judge(25.3) — 이때 자체 테스트가 안 도는 것 강조.
(5분) 함정 시연: sensors.py 의 문자열 하나를 고치고 import sensors 재실행 → 그대로! "이미 로드된 모듈은 캐시를 씁니다. importlib.reload 또는 런타임 재시작." 학생들이 오늘 반드시 겪을 상황이라고 예고.
(4분) if __name__ == "__main__": 패턴 정리 — "모듈 겸 스크립트."
(4분) 표준 라이브러리 투어: Counter(statuses) 한 줄, datetime.now().strftime. "필요한 기능은 먼저 '표준 라이브러리에 있지 않을까' 검색하는 습관."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"5-1 은 %%writefile 셀이라 실행해도 출력이 없는 게 정상입니다. 다음 셀의 !python 으로 확인하세요."
순회 포인트: sensors.py 를 고치고도 반영이 안 된다고 손 든 학생 — 기다렸다는 듯 reload 를 알려주지 말고 "강의에서 뭐라고 했죠?" 로 회수. __main__ 블록을 함수 안에 넣은 학생, 5-3 에서 strftime 형식 문자열의 대소문자(%M 분 vs %m 월) 실수.
자기 점검(캐시 문항) 확인. 마무리: "내일부터 우리는 sensors.py 를 계속 키워 갑니다. 오늘이 그 첫 커밋입니다."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(4분) 동기 부여 — 🎬 04 '잘못된 숫자' 재생. "어제는 여기서 프로그램이 죽었습니다. 오늘 이걸 막습니다."
(6분) try/except 기본 + as e. 여러 except 로 예외마다 다른 처방(ValueError/KeyError/IndexError). "except: 전부 잡기는 오타까지 삼켜 버그를 숨깁니다 — 구체적으로."
(5분) 🎬 03 '[Day 2] 예외 전파와 try' — parse 프레임에서 터진 ValueError 가 read 로, 다시 try 로 올라와 잡히는 경로를 한 단계씩. "예외 처리는 오류가 나는 곳이 아니라 대처할 수 있는 곳에." x 가 안 만들어진 것, '계속 진행' 출력 확인.
(5분) raise 와 class FrameError(Exception). else/finally 는 짧게 — finally 는 '항상, 정리용'.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"6-3 은 어제 과제 B 와 같은 로그입니다. if 검증 대신 raise/except 로 다시 쓰는 것 — 결과 good 8 / bad 2 는 같아야 합니다."
순회 포인트: 6-2 에서 except Exception 하나로 네 개를 다 잡은 학생(채점은 구체적 이름 4개를 요구), 6-3 에서 continue 를 빼먹어 good 이 늘어난 학생 — 03 예외 전파 프리셋을 다시 열게 한다. 6-4 재시도에서 break 위치.
마무리 발문: "raise 는 오류를 만드는 것인가요?" — '알리는 것'이 나오면 통과. "다음 교시, 오늘 것 전부를 합칩니다."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5분 + 실습 45분]
시작: 완성 리포트 표(슬라이드의 출력 예)를 보여주며 "이걸 만드는 것이 과제 A. 함수 3개 + 수집 루프, 채점 4항목."
핵심 안내 두 가지: ① "seed(42) 는 수집 시작 전 딱 한 번. 함수 안에서 매번 부르면 같은 값만 나옵니다." ② "채점은 여러분의 readings 를 기준으로 통계가 맞는지 봅니다 — 논리가 맞으면 PASS."
"A 필수, B 는 A 통과 후. 2인 1조 허용, 제출은 각자."
순회 원칙: 자료구조가 막힌 조 → D2-6, 중첩 반환 구조가 막힌 조 → D2-5 에 자기 구조를 그려 보게. alerts 에서 &gt;= 35 로 쓴 조 — 경계값 문항 회수. 과제 B 는 "빈 줄은 예외가 아니라 건너뛰기" 를 힌트로.
15분 전 손들기로 진행 파악, 5분 전 채점 셀 출력 리마인드. 빨리 끝난 조: 리포트 정렬 + json.dump.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[50분 배분 그대로]
(15분) 과제 A 라이브 리뷰. 자주 나온 오류를 애니메이션으로 회수: readings 를 노드별 딕셔너리로 만든 조(그것도 유효한 설계 — D2-6 으로 트레이드오프 토론), seed 를 함수 안에 넣은 조, stats 에서 alerts 경계값.
(20분) Google Forms 퀴즈. 종료 후 1·3·7번만 해설 — 각각 02 '리스트 참조 공유', D2-1 '.get(-1)', D2-4 '조건' 프리셋을 열어서.
(5분) 다음 슬라이드 핵심 정리로.
(10분) 제출: Day2_이름.ipynb '제출 요약' 셀 실행 → 출력 확인 → Drive Day2 제출 폴더. worksheet.html 오답 정리 캡처 → 노션. 어제 했으므로 시연은 생략하고 마감만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[5분]
여섯 줄을 함께 소리 내어 읽는다. 오른쪽 번호 = 복습용 애니메이션. "이 여섯 문장이 흔들리면 그 번호를 다시 여세요."
슬라이드 2 학습 목표로 잠깐 돌아가 자가 점검 — 손을 못 드는 항목은 개념 워크시트 해당 교시 복습 과제로.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"내일은 클래스입니다. 오늘 여러분이 만든 {"id", "T", "H", "D"} 레코드 — 내일 그게 SensorReading 클래스가 됩니다. dict 로 충분히 아프게(키 오타, 구조 제각각) 써 봤기 때문에 클래스가 왜 필요한지 몸으로 이해하게 될 겁니다."
선택 과제 세 가지 안내(B 완성, json.dump 저장, D2-6 복습).
"이틀 만에 여러분은 자료구조·함수·예외까지 왔습니다. 수고하셨습니다. 제출 안 한 분은 지금 하고 가세요." 남아서 개별 질문.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python-day2/anim/workshee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python-day2/anim/D2-6_%EC%9E%90%EB%A3%8C%EA%B5%AC%EC%A1%B0_%EA%B2%B0%EC%A0%95%ED%8A%B8%EB%A6%AC.html" TargetMode="External"/><Relationship Id="rId13" Type="http://schemas.openxmlformats.org/officeDocument/2006/relationships/hyperlink" Target="https://imguru-mooc.github.io/AI_CAMPUS/python-day2/anim/index.html" TargetMode="External"/><Relationship Id="rId3" Type="http://schemas.openxmlformats.org/officeDocument/2006/relationships/hyperlink" Target="https://imguru-mooc.github.io/AI_CAMPUS/python-day2/anim/D2-3_%EB%A6%AC%EC%8A%A4%ED%8A%B8_%EB%A9%94%EC%84%9C%EB%93%9C_%EB%B9%84%EA%B5%90.html" TargetMode="External"/><Relationship Id="rId7" Type="http://schemas.openxmlformats.org/officeDocument/2006/relationships/hyperlink" Target="https://imguru-mooc.github.io/AI_CAMPUS/python-day2/anim/D2-4_%EC%BB%B4%ED%94%84%EB%A6%AC%ED%97%A8%EC%85%98_%EB%B3%80%ED%99%98%EA%B8%B0.html" TargetMode="External"/><Relationship Id="rId12" Type="http://schemas.openxmlformats.org/officeDocument/2006/relationships/hyperlink" Target="https://imguru-mooc.github.io/AI_CAMPUS/python-day1/anim/04_%EB%AC%B8%EC%9E%90%EC%97%B4_%ED%8C%8C%EC%8B%B1_%ED%8C%8C%EC%9D%B4%ED%94%84%EB%9D%BC%EC%9D%B8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python-day2/anim/D2-5_%EC%A4%91%EC%B2%A9%EC%9E%90%EB%A3%8C%EA%B5%AC%EC%A1%B0_%ED%8A%B8%EB%A6%AC%EB%B7%B0%EC%96%B4.html" TargetMode="External"/><Relationship Id="rId11" Type="http://schemas.openxmlformats.org/officeDocument/2006/relationships/hyperlink" Target="https://imguru-mooc.github.io/AI_CAMPUS/python-day1/anim/05_%EC%9D%B8%EB%8D%B1%EC%8B%B1_%EC%8A%AC%EB%9D%BC%EC%9D%B4%EC%8B%B1.html" TargetMode="External"/><Relationship Id="rId5" Type="http://schemas.openxmlformats.org/officeDocument/2006/relationships/hyperlink" Target="https://imguru-mooc.github.io/AI_CAMPUS/python-day2/anim/D2-2_%EC%A7%91%ED%95%A9_%EB%B2%A4%EB%8B%A4%EC%9D%B4%EC%96%B4%EA%B7%B8%EB%9E%A8.html" TargetMode="External"/><Relationship Id="rId10" Type="http://schemas.openxmlformats.org/officeDocument/2006/relationships/hyperlink" Target="https://imguru-mooc.github.io/AI_CAMPUS/python-day1/anim/03_%EC%A0%9C%EC%96%B4%ED%9D%90%EB%A6%84_%EC%B6%94%EC%A0%81%EA%B8%B0.html" TargetMode="External"/><Relationship Id="rId4" Type="http://schemas.openxmlformats.org/officeDocument/2006/relationships/hyperlink" Target="https://imguru-mooc.github.io/AI_CAMPUS/python-day2/anim/D2-1_%EB%94%95%EC%85%94%EB%84%88%EB%A6%AC_%ED%95%B4%EC%8B%9C%EC%A1%B0%ED%9A%8C.html" TargetMode="External"/><Relationship Id="rId9" Type="http://schemas.openxmlformats.org/officeDocument/2006/relationships/hyperlink" Target="https://imguru-mooc.github.io/AI_CAMPUS/python-day1/anim/02_%EB%B3%80%EC%88%98_%EC%B0%B8%EC%A1%B0_%EB%AA%A8%EB%8D%B8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work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python-day2/anim/D2-5_%EC%A4%91%EC%B2%A9%EC%9E%90%EB%A3%8C%EA%B5%AC%EC%A1%B0_%ED%8A%B8%EB%A6%AC%EB%B7%B0%EC%96%B4.html" TargetMode="External"/><Relationship Id="rId13" Type="http://schemas.openxmlformats.org/officeDocument/2006/relationships/hyperlink" Target="https://imguru-mooc.github.io/AI_CAMPUS/python-day1/anim/05_%EC%9D%B8%EB%8D%B1%EC%8B%B1_%EC%8A%AC%EB%9D%BC%EC%9D%B4%EC%8B%B1.html" TargetMode="External"/><Relationship Id="rId3" Type="http://schemas.openxmlformats.org/officeDocument/2006/relationships/hyperlink" Target="https://imguru-mooc.github.io/AI_CAMPUS/python-day2/anim/index.html" TargetMode="External"/><Relationship Id="rId7" Type="http://schemas.openxmlformats.org/officeDocument/2006/relationships/hyperlink" Target="https://imguru-mooc.github.io/AI_CAMPUS/python-day2/anim/D2-2_%EC%A7%91%ED%95%A9_%EB%B2%A4%EB%8B%A4%EC%9D%B4%EC%96%B4%EA%B7%B8%EB%9E%A8.html" TargetMode="External"/><Relationship Id="rId12" Type="http://schemas.openxmlformats.org/officeDocument/2006/relationships/hyperlink" Target="https://imguru-mooc.github.io/AI_CAMPUS/python-day1/anim/03_%EC%A0%9C%EC%96%B4%ED%9D%90%EB%A6%84_%EC%B6%94%EC%A0%81%EA%B8%B0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python-day2/anim/D2-1_%EB%94%95%EC%85%94%EB%84%88%EB%A6%AC_%ED%95%B4%EC%8B%9C%EC%A1%B0%ED%9A%8C.html" TargetMode="External"/><Relationship Id="rId11" Type="http://schemas.openxmlformats.org/officeDocument/2006/relationships/hyperlink" Target="https://imguru-mooc.github.io/AI_CAMPUS/python-day1/anim/02_%EB%B3%80%EC%88%98_%EC%B0%B8%EC%A1%B0_%EB%AA%A8%EB%8D%B8.html" TargetMode="External"/><Relationship Id="rId5" Type="http://schemas.openxmlformats.org/officeDocument/2006/relationships/hyperlink" Target="https://imguru-mooc.github.io/AI_CAMPUS/python-day2/anim/D2-3_%EB%A6%AC%EC%8A%A4%ED%8A%B8_%EB%A9%94%EC%84%9C%EB%93%9C_%EB%B9%84%EA%B5%90.html" TargetMode="External"/><Relationship Id="rId10" Type="http://schemas.openxmlformats.org/officeDocument/2006/relationships/hyperlink" Target="https://imguru-mooc.github.io/AI_CAMPUS/python-day2/anim/D2-4_%EC%BB%B4%ED%94%84%EB%A6%AC%ED%97%A8%EC%85%98_%EB%B3%80%ED%99%98%EA%B8%B0.html" TargetMode="External"/><Relationship Id="rId4" Type="http://schemas.openxmlformats.org/officeDocument/2006/relationships/hyperlink" Target="https://imguru-mooc.github.io/AI_CAMPUS/python-day2/anim/worksheet.html" TargetMode="External"/><Relationship Id="rId9" Type="http://schemas.openxmlformats.org/officeDocument/2006/relationships/hyperlink" Target="https://imguru-mooc.github.io/AI_CAMPUS/python-day2/anim/D2-6_%EC%9E%90%EB%A3%8C%EA%B5%AC%EC%A1%B0_%EA%B2%B0%EC%A0%95%ED%8A%B8%EB%A6%AC.html" TargetMode="External"/><Relationship Id="rId14" Type="http://schemas.openxmlformats.org/officeDocument/2006/relationships/hyperlink" Target="https://imguru-mooc.github.io/AI_CAMPUS/python-day1/anim/04_%EB%AC%B8%EC%9E%90%EC%97%B4_%ED%8C%8C%EC%8B%B1_%ED%8C%8C%EC%9D%B4%ED%94%84%EB%9D%BC%EC%9D%B8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index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1/anim/03_%EC%A0%9C%EC%96%B4%ED%9D%90%EB%A6%84_%EC%B6%94%EC%A0%81%EA%B8%B0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D2-4_%EC%BB%B4%ED%94%84%EB%A6%AC%ED%97%A8%EC%85%98_%EB%B3%80%ED%99%98%EA%B8%B0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2/anim/worksheet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92608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240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자료구조와 함수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· 온디바이스 AI · 프로그래밍 언어(Python) 2/4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9. 3 (목)  09:00–18:00  ·  8교시  ·  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리스트·튜플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32304" y="475488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432304" y="47548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딕셔너리·집합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85032" y="4754880"/>
            <a:ext cx="61264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685032" y="4754880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함수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34840" y="4754880"/>
            <a:ext cx="1216152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434840" y="475488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람다·컴프리헨션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88152" y="4754880"/>
            <a:ext cx="61264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788152" y="4754880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모듈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537960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예외 처리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89520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589520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시뮬레이터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강사: 박웅근 · 김정인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여러분은 다음을 할 수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리스트·튜플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공유와 복사(얕은/깊은)를 구분하고 정렬·언패킹을 쓴다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딕셔너리·집합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형태 센서 데이터를 저장·조회·집계한다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인자·반환값·스코프를 올바르게 쓰고 가변 기본값 함정을 피한다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람다·컴프리헨션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sorted(key=...)와 한 줄 변환으로 데이터를 다듬는다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모듈·예외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sensors.py 로 분리하고 try/except 로 깨진 데이터를 막는다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시뮬레이터 + 통계 리포트를 완성한다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× 50분 · 점심 12:00–13:00 · 모든 실습은 Google Colab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30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시간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리스트와 튜플 — 참조와 복사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 참조 모델 [Day 2], D2-3 리스트 메서드, 05 슬라이스 대입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딕셔너리와 집합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D2-1 해시 조회, D2-2 벤 다이어그램, D2-5 트리 뷰어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 기초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[Day 2] 함수 호출과 스택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람다·컴프리헨션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D2-4 컴프리헨션 변환기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모듈·표준 라이브러리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(라이브 시연 %%writefile)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 실패 프리셋, 03 [Day 2] 예외 전파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실습 — 센서 시뮬레이터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D2-5 트리 뷰어, D2-6 결정 트리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정리·퀴즈·제출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해설용 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사용하는 학습 도구 3종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애니메이션에서 확인 → Colab에서 코드로 검증 → 자동 채점 — Day 1과 동일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10개</a:t>
            </a:r>
            <a:endParaRPr lang="en-US" sz="1900" dirty="0"/>
          </a:p>
        </p:txBody>
      </p:sp>
      <p:sp>
        <p:nvSpPr>
          <p:cNvPr id="7" name="Text 4">
            <a:hlinkClick r:id="rId3" tooltip="https://imguru-mooc.github.io/AI_CAMPUS/python-day2/anim/index.html"/>
          </p:cNvPr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tooltip="https://imguru-mooc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…/anim/index.html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6개(day2) + Day 1 확장 4개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버튼으로 시나리오 재생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파일에는 [Day 2] 프리셋이 추가됨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학생도 같은 주소로 접속 — 실습 중 직접 조작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Day2_worksheet.ipynb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따라하기 → TODO → ✅ 자동 채점 → 🔍 자기 점검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TODO는 raise NotImplementedError 부터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A는 학생 데이터 기준 정합성 채점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'제출 요약' 셀 출력을 남기고 제출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900" dirty="0"/>
          </a:p>
        </p:txBody>
      </p:sp>
      <p:sp>
        <p:nvSpPr>
          <p:cNvPr id="15" name="Text 12">
            <a:hlinkClick r:id="rId4" tooltip="https://imguru-mooc.github.io/AI_CAMPUS/python-day2/anim/worksheet.html"/>
          </p:cNvPr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tooltip="https://imguru-mooc.github.io/AI_CAMPUS/python-day2/anim/work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× 7 = 70문항 (Day 2 전용)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정오·해설·확인할 애니메이션 표시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코드를 Colab 제출 요약 셀에 입력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3580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2900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4290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확인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1616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검증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8972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897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채점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— 신규 6개 + Day 1 확장 4개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 공통 디자인 · 프리셋 버튼 → 캔버스 → 상태 패널 → 설명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D2-3</a:t>
            </a:r>
            <a:endParaRPr lang="en-US" sz="1600" dirty="0"/>
          </a:p>
        </p:txBody>
      </p:sp>
      <p:sp>
        <p:nvSpPr>
          <p:cNvPr id="7" name="Text 4">
            <a:hlinkClick r:id="rId3" tooltip="https://imguru-mooc.github.io/AI_CAMPUS/python-day2/anim/D2-3_%EB%A6%AC%EC%8A%A4%ED%8A%B8_%EB%A9%94%EC%84%9C%EB%93%9C_%EB%B9%84%EA%B5%90.html"/>
          </p:cNvPr>
          <p:cNvSpPr txBox="1"/>
          <p:nvPr/>
        </p:nvSpPr>
        <p:spPr>
          <a:xfrm>
            <a:off x="16916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2/anim/D2-3_%EB%A6%AC%EC%8A%A4%ED%8A%B8_%EB%A9%94%EC%84%9C%EB%93%9C_%EB%B9%84%EA%B5%9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리스트 메서드 비교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append/extend/insert · sort() None 함정 vs sorted()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35508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D2-1</a:t>
            </a:r>
            <a:endParaRPr lang="en-US" sz="1600" dirty="0"/>
          </a:p>
        </p:txBody>
      </p:sp>
      <p:sp>
        <p:nvSpPr>
          <p:cNvPr id="12" name="Text 9">
            <a:hlinkClick r:id="rId4" tooltip="https://imguru-mooc.github.io/AI_CAMPUS/python-day2/anim/D2-1_%EB%94%95%EC%85%94%EB%84%88%EB%A6%AC_%ED%95%B4%EC%8B%9C%EC%A1%B0%ED%9A%8C.html"/>
          </p:cNvPr>
          <p:cNvSpPr txBox="1"/>
          <p:nvPr/>
        </p:nvSpPr>
        <p:spPr>
          <a:xfrm>
            <a:off x="73152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https://imguru-mooc.github.io/AI_CAMPUS/python-day2/anim/D2-1_%EB%94%95%EC%85%94%EB%84%88%EB%A6%AC_%ED%95%B4%EC%8B%9C%EC%A1%B0%ED%9A%8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딕셔너리 해시 조회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→ hash → 버킷 직행, 리스트 순차 탐색과 비교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D2-2</a:t>
            </a:r>
            <a:endParaRPr lang="en-US" sz="1600" dirty="0"/>
          </a:p>
        </p:txBody>
      </p:sp>
      <p:sp>
        <p:nvSpPr>
          <p:cNvPr id="17" name="Text 14">
            <a:hlinkClick r:id="rId5" tooltip="https://imguru-mooc.github.io/AI_CAMPUS/python-day2/anim/D2-2_%EC%A7%91%ED%95%A9_%EB%B2%A4%EB%8B%A4%EC%9D%B4%EC%96%B4%EA%B7%B8%EB%9E%A8.html"/>
          </p:cNvPr>
          <p:cNvSpPr txBox="1"/>
          <p:nvPr/>
        </p:nvSpPr>
        <p:spPr>
          <a:xfrm>
            <a:off x="1691640" y="2523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https://imguru-mooc.github.io/AI_CAMPUS/python-day2/anim/D2-2_%EC%A7%91%ED%95%A9_%EB%B2%A4%EB%8B%A4%EC%9D%B4%EC%96%B4%EA%B7%B8%EB%9E%A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집합 벤 다이어그램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&amp; - ^ 영역 강조, 두 노드 감지 ID 비교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600" dirty="0"/>
          </a:p>
        </p:txBody>
      </p:sp>
      <p:sp>
        <p:nvSpPr>
          <p:cNvPr id="22" name="Text 19">
            <a:hlinkClick r:id="rId6" tooltip="https://imguru-mooc.github.io/AI_CAMPUS/python-day2/anim/D2-5_%EC%A4%91%EC%B2%A9%EC%9E%90%EB%A3%8C%EA%B5%AC%EC%A1%B0_%ED%8A%B8%EB%A6%AC%EB%B7%B0%EC%96%B4.html"/>
          </p:cNvPr>
          <p:cNvSpPr txBox="1"/>
          <p:nvPr/>
        </p:nvSpPr>
        <p:spPr>
          <a:xfrm>
            <a:off x="7315200" y="2523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https://imguru-mooc.github.io/AI_CAMPUS/python-day2/anim/D2-5_%EC%A4%91%EC%B2%A9%EC%9E%90%EB%A3%8C%EA%B5%AC%EC%A1%B0_%ED%8A%B8%EB%A6%AC%EB%B7%B0%EC%96%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중첩 자료구조 트리 뷰어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378440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대괄호 하나 = 한 층 하강, 3종 오류 재현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D2-4</a:t>
            </a:r>
            <a:endParaRPr lang="en-US" sz="1600" dirty="0"/>
          </a:p>
        </p:txBody>
      </p:sp>
      <p:sp>
        <p:nvSpPr>
          <p:cNvPr id="27" name="Text 24">
            <a:hlinkClick r:id="rId7" tooltip="https://imguru-mooc.github.io/AI_CAMPUS/python-day2/anim/D2-4_%EC%BB%B4%ED%94%84%EB%A6%AC%ED%97%A8%EC%85%98_%EB%B3%80%ED%99%98%EA%B8%B0.html"/>
          </p:cNvPr>
          <p:cNvSpPr txBox="1"/>
          <p:nvPr/>
        </p:nvSpPr>
        <p:spPr>
          <a:xfrm>
            <a:off x="1691640" y="3493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https://imguru-mooc.github.io/AI_CAMPUS/python-day2/anim/D2-4_%EC%BB%B4%ED%94%84%EB%A6%AC%ED%97%A8%EC%85%98_%EB%B3%80%ED%99%98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컴프리헨션 변환기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754880" y="3493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문 ↔ 한 줄 동시 하이라이트, 원소의 여행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35508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D2-6</a:t>
            </a:r>
            <a:endParaRPr lang="en-US" sz="1600" dirty="0"/>
          </a:p>
        </p:txBody>
      </p:sp>
      <p:sp>
        <p:nvSpPr>
          <p:cNvPr id="32" name="Text 29">
            <a:hlinkClick r:id="rId8" tooltip="https://imguru-mooc.github.io/AI_CAMPUS/python-day2/anim/D2-6_%EC%9E%90%EB%A3%8C%EA%B5%AC%EC%A1%B0_%EA%B2%B0%EC%A0%95%ED%8A%B8%EB%A6%AC.html"/>
          </p:cNvPr>
          <p:cNvSpPr txBox="1"/>
          <p:nvPr/>
        </p:nvSpPr>
        <p:spPr>
          <a:xfrm>
            <a:off x="7315200" y="3493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https://imguru-mooc.github.io/AI_CAMPUS/python-day2/anim/D2-6_%EC%9E%90%EB%A3%8C%EA%B5%AC%EC%A1%B0_%EA%B2%B0%EC%A0%95%ED%8A%B8%EB%A6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자료구조 결정 트리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378440" y="3493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질문 → list/tuple/dict/set 도착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3152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37" name="Text 34">
            <a:hlinkClick r:id="rId9" tooltip="https://imguru-mooc.github.io/AI_CAMPUS/python-day1/anim/02_%EB%B3%80%EC%88%98_%EC%B0%B8%EC%A1%B0_%EB%AA%A8%EB%8D%B8.html"/>
          </p:cNvPr>
          <p:cNvSpPr txBox="1"/>
          <p:nvPr/>
        </p:nvSpPr>
        <p:spPr>
          <a:xfrm>
            <a:off x="169164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tooltip="https://imguru-mooc.github.io/AI_CAMPUS/python-day1/anim/02_%EB%B3%80%EC%88%98_%EC%B0%B8%EC%A1%B0_%EB%AA%A8%EB%8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변수·참조 모델 (확장)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754880" y="4462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중첩 얕은 복사 · deepcopy 프리셋 추가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17220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35508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42" name="Text 39">
            <a:hlinkClick r:id="rId10" tooltip="https://imguru-mooc.github.io/AI_CAMPUS/python-day1/anim/03_%EC%A0%9C%EC%96%B4%ED%9D%90%EB%A6%84_%EC%B6%94%EC%A0%81%EA%B8%B0.html"/>
          </p:cNvPr>
          <p:cNvSpPr txBox="1"/>
          <p:nvPr/>
        </p:nvSpPr>
        <p:spPr>
          <a:xfrm>
            <a:off x="731520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tooltip="https://imguru-mooc.github.io/AI_CAMPUS/python-day1/anim/03_%EC%A0%9C%EC%96%B4%ED%9D%90%EB%A6%84_%EC%B6%94%EC%A0%81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제어 흐름 추적기 (확장)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0378440" y="4462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3·6교시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함수 호출과 스택 · 예외 전파와 try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48640" y="5340096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731520" y="54955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Text 44">
            <a:hlinkClick r:id="rId11" tooltip="https://imguru-mooc.github.io/AI_CAMPUS/python-day1/anim/05_%EC%9D%B8%EB%8D%B1%EC%8B%B1_%EC%8A%AC%EB%9D%BC%EC%9D%B4%EC%8B%B1.html"/>
          </p:cNvPr>
          <p:cNvSpPr txBox="1"/>
          <p:nvPr/>
        </p:nvSpPr>
        <p:spPr>
          <a:xfrm>
            <a:off x="1691640" y="5431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tooltip="https://imguru-mooc.github.io/AI_CAMPUS/python-day1/anim/05_%EC%9D%B8%EB%8D%B1%EC%8B%B1_%EC%8A%AC%EB%9D%BC%EC%9D%B4%EC%8B%B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인덱싱·슬라이싱 (확장)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475488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691640" y="5779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슬라이스 대입 a[1:3] = [9,9,9]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172200" y="5340096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6355080" y="54955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52" name="Text 49">
            <a:hlinkClick r:id="rId12" tooltip="https://imguru-mooc.github.io/AI_CAMPUS/python-day1/anim/04_%EB%AC%B8%EC%9E%90%EC%97%B4_%ED%8C%8C%EC%8B%B1_%ED%8C%8C%EC%9D%B4%ED%94%84%EB%9D%BC%EC%9D%B8.html"/>
          </p:cNvPr>
          <p:cNvSpPr txBox="1"/>
          <p:nvPr/>
        </p:nvSpPr>
        <p:spPr>
          <a:xfrm>
            <a:off x="7315200" y="5431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tooltip="https://imguru-mooc.github.io/AI_CAMPUS/python-day1/anim/04_%EB%AC%B8%EC%9E%90%EC%97%B4_%ED%8C%8C%EC%8B%B1_%ED%8C%8C%EC%9D%B4%ED%94%84%EB%9D%BC%EC%9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문자열 파싱 파이프라인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1037844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315200" y="5779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누락·잘못된 숫자 — try/except 도입 동기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클릭 시 열림 · Day 2 목차: </a:t>
            </a:r>
            <a:r>
              <a:rPr lang="en-US" sz="9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https://imguru-mooc.github.io/AI_CAMPUS/python-day2/anim/index.html</a:t>
            </a: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(Day 1 확장 4개는 day1 폴더 — 갱신본 업로드 필요)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사용법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1과 동일 — Colab 노트북 하나로 실습·채점·제출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— 교시당 한 섹션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입력 후 가장 먼저 실행 (NODES 데이터 포함)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실행만 하고 출력을 읽는다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1~4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NotImplementedError 줄을 지우고 작성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059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번이든 재실행 — PASS n/4 를 남긴다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718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드롭다운으로 예측 → 애니메이션에서 확인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376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점 한 줄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셀에 기록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(HTML · Day 2)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· 채점하기 전까지 답 수정 가능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 + 해설 + 확인할 애니메이션 프리셋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 붙여넣기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7개를 Colab '제출 요약' 셀에 입력</a:t>
            </a:r>
            <a:endParaRPr lang="en-US" sz="1200" dirty="0"/>
          </a:p>
        </p:txBody>
      </p:sp>
      <p:sp>
        <p:nvSpPr>
          <p:cNvPr id="34" name="Text 31">
            <a:hlinkClick r:id="rId3"/>
          </p:cNvPr>
          <p:cNvSpPr txBox="1"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https://imguru-mooc.github.io/AI_CAMPUS/python-day2/anim/worksheet.html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3886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537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37960" y="443484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47688" y="450799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홍길동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 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7교시-A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합계 32/32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개념 워크시트 코드: 1B-8052,2C-7dd4,...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자료 링크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열립니다 — 설치·다운로드 없음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 (Day 2)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 txBox="1"/>
          <p:nvPr/>
        </p:nvSpPr>
        <p:spPr>
          <a:xfrm>
            <a:off x="777240" y="18288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https://imguru-mooc.github.io/AI_CAMPUS/python-day2/anim/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hlinkClick r:id="rId3"/>
          </p:cNvPr>
          <p:cNvSpPr txBox="1"/>
          <p:nvPr/>
        </p:nvSpPr>
        <p:spPr>
          <a:xfrm>
            <a:off x="7772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애니메이션 목차 (신규 6 + 확장 4 링크)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hlinkClick r:id="rId4"/>
          </p:cNvPr>
          <p:cNvSpPr txBox="1"/>
          <p:nvPr/>
        </p:nvSpPr>
        <p:spPr>
          <a:xfrm>
            <a:off x="777240" y="3410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개념 워크시트 (70문항 · 제출 · 캡처)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애니메이션 (day2 폴더)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D2-3_리스트_메서드_비교.html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D2-1_딕셔너리_해시조회.html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D2-2_집합_벤다이어그램.html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D2-5_중첩자료구조_트리뷰어.html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029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D2-6_자료구조_결정트리.html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2029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D2-4_컴프리헨션_변환기.html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확장 4개 (day1 폴더):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참조 모델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추적기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슬라이싱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파이프라인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튜플 — 참조와 복사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메서드와 sort() vs sorted() 의 차이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a 참조 공유 / 복사 3형제 / 얕은 복사의 한계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튜플 불변성과 언패킹 (스왑, 별표)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슬라이스 대입 — 리스트에서만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· D2-3 · 05 — 1교시 3종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 리스트 참조 공유 → 복사 → [Day 2] 중첩 얕은 복사 → deepcopy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D2-3: append vs extend → ⚠ a = a.sort() 함정 → sorted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05: [Day 2] 슬라이스 대입 a[1:3] = [9,9,9]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 화살표 = 객체 → 객체 참조 (중첩)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vs 복사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# 이름표 하나 더 (같은 객체)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# 새 리스트 (a[:], list(a) 동일)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copy.deepcopy(a)  # 안쪽까지 전부 복제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 vs sorted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nums.sort()    → None, 원본 정렬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sorted(nums)   → 새 리스트, 원본 유지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a.sort()   # ⚠ a 가 None 이 되는 사고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튜플·언패킹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pin = ("LED", 3)   ·   a, b = b,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mn, *rest = sorted(vals)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[[0]*3]*2 — 두 행이 같은 안쪽 리스트를 공유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튜플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1-1 정렬 두 방식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DAY1_TEMPS 상위 3개 top3 (원본 유지) → sort(reverse=True)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1-2 [[0]*3]*2 함정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wrong 과 right 를 만들어 [0][0]=1 비교, 이유를 텍스트 셀에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1-3 언패킹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mn, *rest = sorted(vals) · x, y 스왑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1-4 튜플 안 리스트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record[1].append(27.0) — 왜 되는지 설명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top3/원본 · wrong/right · mn/rest/스왑 · record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a; b.append(3) 후 a → [1, 2, 3]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a.sort() 후 a → None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'복사'와 '이름표'를 구분해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[[0]*3]*2 를 참조 모델 그림으로 설명하는가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와 sort 의 반환값을 즉답하는가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딕셔너리와 집합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 추가·덮어쓰기·삭제·순회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KeyError vs .get(key, 기본값) vs in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구조 접근: dict → list → dict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 연산 | &amp; - ^ 과 중복 제거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D2-1 · D2-2 · D2-5 — 2교시 3종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D2-1: 조회 성공 → 없는 키 ✕ → .get(-1) → 리스트 키 ✕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D2-1: 리스트 순차 탐색과 속도 비교 (O(1) vs O(n))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D2-5: ["readings"][0]["T"] 한 층씩 → ✕ 층 착각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D2-2: 교집합 &amp; → 차집합 - → 중복 제거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조작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pins["BUZZ"] = 6   # 추가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pins["LED"] = 4    # 덮어쓰기 (키 중복 불가)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pin in pins.items(): ...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키 방어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pins["SERVO"]        # KeyError 로 중단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pins.get("SERVO", -1)  # 기본값 반환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"SERVO" in pins        # 존재 검사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접근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NODES["ESP32-01"]["readings"][0]["T"]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 키 → dict 키 → list 인덱스 → dict 키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 공통 · a - b 한쪽만 · len(set(x)) 중복 제거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딕셔너리와 집합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2-1 중첩 접근·평균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ESP32-01 readings 의 T 평균 avg01 (for 문)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2-2 안전한 조회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 = .get("SERVO", -1) · has = in 검사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2-3 집합 연산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ID 공통 common(&amp;) · A만 only_a(-)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2-4 카운트 패턴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counts[level] = counts.get(level, 0) + 1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avg01 · pin/has · common/only_a · counts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d["없는키"] → KeyError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리스트가 키가 될 수 없는 이유 → 해시 불가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'몇 층에 있고 그 층이 무슨 자료형인지'를 말하며 접근식을 쓰는가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KeyError 사고를 .get() 으로 스스로 고치는가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D2-6 결정 트리로 자료구조를 골라 보게 한다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기초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· 호출 · return (없으면 None)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기본값·키워드 인자, *args / **kwargs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— 함수 안 대입은 지역 변수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기본값 함정 def f(x, acc=[])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1/anim/03_%EC%A0%9C%EC%96%B4%ED%9D%90%EB%A6%84_%EC%B6%94%EC%A0%81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제어 흐름 추적기 (확장)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함수 호출과 스택 — judge▸temp 프레임 생성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표에서 지역 변수가 생겼다 사라지는 순간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과 함께 프레임 소멸 → status 에 대입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전후 변수 표를 비교하게 한다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정의와 호출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adc_to_volt(raw, vref=3.3, bits=10):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raw / (2**bits - 1) * vref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adc_to_volt(512, vref=5.0)   # 키워드 인자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반환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stats(*values):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min(values), max(values), avg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hi, avg = stats(22.1, 23.4, 31.2)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함수 안 대입 → 새 지역 변수 (전역 못 바꿈)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바꾸려면 반환값으로 주고받기 (global 지양)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기본값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f(v, acc=[])  ⚠ 호출 간 공유·누적 → acc=None 패턴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기초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3-1 judge(temp)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온도 규칙을 함수로 리팩토링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3-2 parse_field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"T=25.3" → ("T", 25.3) — 6교시에서 재사용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3-3 stats(*values)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(min, max, round(avg, 2)) 반환 + 언패킹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3-4 가변 기본값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bad_log 함정 재현 → safe_log(acc=None) 로 수정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5경계 · parse_field · stats · safe_log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없는 함수 → None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*args 의 자료형 → 튜플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와 return 을 구분하는가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경계값(0, 30)을 judge 에서 확인했는가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프레임 그림으로 지역 변수 수명을 설명하는가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람다·컴프리헨션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 = key 자리에 넣는 한 줄 함수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sorted(key=..., reverse=True) · max(key=...)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[식 for 변수 in 시퀀스 if 조건]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컴프리헨션 · map/filter 는 이터레이터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2/anim/D2-4_%EC%BB%B4%ED%94%84%EB%A6%AC%ED%97%A8%EC%85%98_%EB%B3%80%ED%99%98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D2-4 컴프리헨션 변환기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— 2배 → 조건 — 짝수만 (탈락 원소는 식 계산 안 함)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ADC → 전압 — Day 1 공식을 리스트 전체에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문과 한 줄이 같은 순간에 하이라이트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파싱 — 짧은 것보다 읽히는 것이 우선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정렬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sorted(records, key=lambda r: r["T"], reverse=True)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max(records, key=lambda r: r["T"])["id"]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↔ 한 줄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volts = []                    # for 문 3줄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raws: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volts.append(round(r/1023*3.3, 2))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volts = [round(r/1023*3.3, 2) for r in raws]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필터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 for t in temps if t &gt; 35]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{r["id"]: r["T"] for r in records if r["T"] &gt; 30}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→ if → 맨 앞의 식 · 결과는 항상 새 리스트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람다·컴프리헨션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4-1 ADC → 전압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raws → volts 한 줄 [round(r/1023*3.3, 2) ...]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4-2 정렬·최고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by_T 내림차순 · hottest = max(key=...)["id"]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4-3 필터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&gt; 30 인 레코드만 hot 에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4-4 dict 컴프리헨션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{노드id: T 평균} → id2avg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volts · by_T/hottest · hot · id2avg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[x*2 for x in [1,2,3] if x&gt;1] → [4, 6]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max(key=...) 반환 → 레코드 자체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컴프리헨션을 for 문으로 되돌려 말할 수 있는가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2중 컴프리헨션 남용을 자제시킨다 (2중까지만)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 결과를 print 해 이터레이터임을 확인시킨다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모듈·표준 라이브러리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%%writefile 로 모듈 생성 → import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캐시와 importlib.reload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__name__ == "__main__": 자체 테스트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 · datetime — 표준 라이브러리 활용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라이브 시연 (Colab)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%%writefile → !python → import 순서로 직접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__main__ 블록이 import 때 안 도는 것 확인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 reload 없이 import → 그대로임을 보여주기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 로 판정 집계 한 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만들기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sensors.py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judge(temp):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parse_field(field): ...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실행 방식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sensors.py     # __main__ 블록 실행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sensors          # 실행 안 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sensors.judge(25.3)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주의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 후 import 재실행 → 반영 안 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importlib.reload(sensors) 또는 런타임 재시작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라이브러리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Counter(statuses) · datetime.now().strftime(...)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모듈·표준 라이브러리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5-1 sensors.py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judge·parse_field 분리 + __main__ 자체 테스트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5-2 Counter 집계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T 판정 → statuses → counts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5-3 로그 한 줄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datetime.strftime + f-string → log_line(t, status)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(확인) reload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 importlib.reload 로 반영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sensors.py 존재 · 함수/__main__ · counts · log_line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반영 안 되는 이유 → 캐시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때 __main__ 블록 → 실행 안 됨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이름.함수 와 from import 를 구분해 쓰는가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reload 를 스스로 떠올리는가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'표준 라이브러리에 있지 않을까' 검색 습관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 / except / else / finally 구조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예외로 잡기 · as e · 여러 except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와 사용자 정의 예외 (FrameError)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데이터는 세고 continue — 계속 진행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· 03 — 어제 멈춘 자리에서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 필드 누락 · 잘못된 숫자 — 어제는 여기서 멈췄다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03: [Day 2] 예외 전파와 try — parse → read → 호출자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프레임을 거슬러 올라가다 try 에서 잡히는 경로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가 만들어지지 않는 것, '계속 진행' 출력 확인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float("2S.3")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print("잡음:", e)      # 프로그램은 계속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예외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FrameError(Exception): 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(line.startswith("$") ...):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FrameError(f"손상: {line!r}")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건너뛰고 계속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(FrameError, ValueError):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 += 1; continue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 전부 잡기 금지 · 대처할 수 있는 곳에서 잡기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6-1 FrameError·parse_line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실패 raise → (T, H, D) 반환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6-2 예외 구분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int("")·float("2S.3")·d[키]·x[10] → 맞는 except 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6-3 건너뛰고 계속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로그를 try 버전으로 — good 8 / bad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6-4 재시도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flaky() 3회 재시도 → result 42, tries 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parse_line/raise · errs 4종 · good/bad · result/tries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예외를 안 잡으면 → 호출자로 전파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finally → 항상 실행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except 를 좁게 잡는 이유를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를 '알리는 것'으로 이해하는가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과제 B 와 오늘 버전의 차이를 비교하게 한다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과제 A · B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84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 · 2인 1조 허용, 각자 제출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548640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· 센서 시뮬레이터 + 통계 (필수, 30분)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50292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make_reading(node_id) → {"id", "T", "H", "D"} 딕셔너리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random.seed(42) 1회 후 노드 3개 × 10회 → readings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stats_by_node → {id: {avg_T, max_T, alerts(T&gt;35)}}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— f-string 표, 컴프리헨션 1회 이상, simulator.py 분리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33756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86968" y="3410712"/>
            <a:ext cx="48097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     avg_T   max_T 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ESP32-01   26.4    33.1     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ESP32-02   29.8    36.9     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ESP32-03   25.1    31.0      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4항목 — 학생 readings 기준 정합성 채점 (구조·사양·통계·alerts)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· 견고한 로그 리플레이 (선택, 15분)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순서 뒤바뀐 줄 $H=60,T=25.3,D=120* + 빈 줄 혼입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parse_line2 — 딕셔너리에 담아 순서 무관 파싱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줄은 호출 전에 건너뜀 (예외 아님)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err_counts = Counter() 로 예외 이름별 집계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34290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601968" y="3502152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5개 · {'FrameError': 1, 'ValueError': 1}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480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4항목 · 막히면: 자료구조 D2-6 결정 트리 · 중첩 설계 D2-5 트리 뷰어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끝낸 조: 리포트 T 내림차순 정렬(4교시 lambda) · json.dump 저장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퀴즈 · 제출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99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모범 답안 리뷰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719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실수 → 02 · 자료구조 선택 → D2-6 · seed 위치 오류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2350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퀴즈 (Google Forms, 10문항)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651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참조 → 02 · 3번 .get → D2-1 · 7번 컴프리헨션 → D2-4 로 해설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91256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282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264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· Day 3 예고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레코드가 내일 클래스가 됩니다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215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4197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Day2_이름.ipynb + 개념 워크시트 코드 7개 → '제출 요약' 셀 실행 후 저장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132588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(Day 2 몫)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10점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문항당 1점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TODO 자동 채점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875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32점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1~6교시 24 + 과제 A 4 + 과제 B 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7×10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오답 정리 캡처(노션) 또는 결과 코드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제출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8755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필수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미제출 시 실습 0점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43800" y="52120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7724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폴더: 공유 Drive › 온디바이스AI_Python › Day2 › 제출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규칙: Day2_이름.ipynb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워크시트: </a:t>
            </a:r>
            <a:endParaRPr lang="en-US" sz="1050" dirty="0"/>
          </a:p>
          <a:p>
            <a:pPr marL="0" indent="0">
              <a:buNone/>
            </a:pPr>
            <a:r>
              <a:rPr lang="en-US" sz="10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옆 번호는 다시 볼 애니메이션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a 는 이름표 · copy 는 겉만 · sort() 는 None, sorted() 는 새 리스트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02·D2-3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해시로 직행 · 없는 키는 .get() 방어 · 키는 불변만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대괄호 하나 = 한 층 · 그 층의 자료형에 맞는 대괄호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= 스택 프레임 · return 없으면 None · 기본값 [] 금지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컴프리헨션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→ if → 식 순서로 읽고, 원본은 그대로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486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구체적으로 잡고, 깨진 줄은 세고 continue · raise 는 알리기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03·04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743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예고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클래스·파일·시스템 연동 — 9/4 (금)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651760"/>
            <a:ext cx="59436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dict 레코드 {"id", "T", ...} 가 내일 클래스가 됩니다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 — 오늘 json.dump 를 본격적으로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— 시리얼·프로세스, sensors.py 확장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처리가 곳곳에서 다시 등장합니다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과제 (선택)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미완이면 완성해 오기 (내일 출발 코드)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simulator.py 결과를 json.dump 로 저장해 보기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D2-6 결정 트리를 직접 답해 보며 복습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6915</Words>
  <Application>Microsoft Office PowerPoint</Application>
  <PresentationFormat>와이드스크린</PresentationFormat>
  <Paragraphs>672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 2 — 자료구조와 함수</dc:title>
  <dc:subject>PptxGenJS Presentation</dc:subject>
  <dc:creator>PptxGenJS</dc:creator>
  <cp:lastModifiedBy>jungin kim</cp:lastModifiedBy>
  <cp:revision>1</cp:revision>
  <dcterms:created xsi:type="dcterms:W3CDTF">2026-09-03T12:59:34Z</dcterms:created>
  <dcterms:modified xsi:type="dcterms:W3CDTF">2026-09-03T13:02:20Z</dcterms:modified>
</cp:coreProperties>
</file>