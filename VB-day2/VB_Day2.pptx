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9e9b8ec-3b24-0b56-4500-744217ac05e6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71174a56-904c-09e2-91f8-6bf07f111bbc}">
          <p14:sldIdLst>
            <p14:sldId id="261"/>
          </p14:sldIdLst>
        </p14:section>
        <p14:section name="2교시" id="{0902b064-cd74-3b12-2b67-f50c28afc9e9}">
          <p14:sldIdLst>
            <p14:sldId id="262"/>
          </p14:sldIdLst>
        </p14:section>
        <p14:section name="3교시" id="{2f4c958b-38cd-3943-f0ee-388f951572c1}">
          <p14:sldIdLst>
            <p14:sldId id="263"/>
          </p14:sldIdLst>
        </p14:section>
        <p14:section name="4교시" id="{38807b60-8fa8-7e0d-7986-3e90f20a7a1e}">
          <p14:sldIdLst>
            <p14:sldId id="264"/>
          </p14:sldIdLst>
        </p14:section>
        <p14:section name="5교시" id="{8fc94b14-ae97-b872-2327-caefa5a8cd27}">
          <p14:sldIdLst>
            <p14:sldId id="265"/>
          </p14:sldIdLst>
        </p14:section>
        <p14:section name="6교시" id="{533bade8-fdb0-0ae3-c15b-5bff242cb70f}">
          <p14:sldIdLst>
            <p14:sldId id="266"/>
          </p14:sldIdLst>
        </p14:section>
        <p14:section name="7교시" id="{b2096c58-6cfd-13ab-5b9a-5cb4f5326f0d}">
          <p14:sldIdLst>
            <p14:sldId id="267"/>
          </p14:sldIdLst>
        </p14:section>
        <p14:section name="8교시" id="{08b47e76-f398-62a8-f0a5-e0adc3d9340e}">
          <p14:sldIdLst>
            <p14:sldId id="268"/>
          </p14:sldIdLst>
        </p14:section>
        <p14:section name="정리" id="{b7324da1-5223-c984-b1e6-08e3d56a37c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/>
                <a:ea typeface="Malgun Gothic"/>
              </a:rPr>
              <a:t>Vision 기본 모델 Day 2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Vision 기본 모델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CNN 대표 구조 — LeNet · VGG · ResNet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HYUNDAI AI Insight Campus · 온디바이스 AI · Vision 기본 모델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2026. 10. 28 (수)  09:00–18:00  ·  8교시  ·  Google Colab T4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CIFAR-10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206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Conv2d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206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42062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LeNet-5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420624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420624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VGG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399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399" y="420624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BatchNorm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20624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ResNet-20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강사: 김정인 · 김구수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수업이 끝나면 여러분은 다음을 할 수 있습니다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CIFAR-10 · MLP 의 한계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32×32 RGB 10 클래스를 정규화해 불러오고, MLP (1,707,274 파라미터) 가 펼치기로 공간 정보를 잃는 이유를 설명한다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Conv 계산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출력 크기 ⌊(N + 2P − K)/S⌋ + 1 · 파라미터 Cout·(Cin/G)·K² · 수용 영역을 손으로 계산한다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LeNet · AlexNet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LeNet-5 (62,006 — MLP 의 1/27) 를 구현해 MLP 와 비교하고, AlexNet 이 연 ImageNet 시대를 정리한다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VGG · BatchNorm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쌓기로 VGG-mini (307,946) 를 만들고, 깊은 plain 망의 기울기 소실을 BatchNorm 으로 줄인다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5800" y="4937759"/>
            <a:ext cx="384048" cy="384048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ResNet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y = ReLU(F(x) + x) BasicBlock 으로 ResNet-20 (272,474) 을 만들고 지름길의 효과를 확인한다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미니 프로젝트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증강 · OneCycleLR 로 ResNet-20 을 20 epoch 학습해 test 0.85 이상 (CIFAR-10) 에 도전한다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8교시 × 50분 · 점심 12:00–13:00 · 오전 MLP → Conv → LeNet, 오후 VGG → BN → ResNet → 미니 프로젝트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463040"/>
          <a:ext cx="11274552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1463040"/>
                <a:gridCol w="4663440"/>
                <a:gridCol w="1234440"/>
                <a:gridCol w="3273552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09:00–09:50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Day 1 복습 퀴즈 · CIFAR-10 과 MLP 의 한계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퀴즈 + 강의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D2-1 MLP 의 한계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10:00–10:50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Conv 다시 보기 — 출력 크기 · 파라미터 · 수용 영역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D2-2 Conv2d 의 인자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11:00–11:50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LeNet-5 · AlexNet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D2-3 LeNet-5 의 shape 흐름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13:00–13:50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VGG — 3×3 쌓기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D2-4 3×3 쌓기와 수용 영역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14:00–14:50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깊이의 문제 · BatchNorm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D2-5 기울기 소실과 BatchNorm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15:00–15:50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 — Residual 지름길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D2-6 Residual 지름길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16:00–16:50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기법 — 증강 · 학습률 스케줄 · MAC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D2-7 데이터 증강 · 학습률 스케줄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17:00–17:50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미니 프로젝트 — CIFAR-10 ResNet-20 85% 도전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D2-8 ResNet-20 학습 · 오답 분석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자료 · 온라인 링크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예측(애니메이션) → 검증(노트북) → 점검(워크시트) — 모두 브라우저에서 바로 열립니다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508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기본 주소 (Day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80136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https://imguru-mooc.github.io/AI_CAMPUS/VB-day2/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4688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animation.html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68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애니메이션 8개 (D2-1 ~ D2-8) — #d2-6 처럼 바로가기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0175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worksheet.html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017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개념 워크시트 — #t1 ~ #t8 교시 바로가기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6616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661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B942"/>
                </a:solidFill>
                <a:latin typeface="Consolas"/>
                <a:ea typeface="Consolas"/>
                <a:cs typeface="Consolas"/>
              </a:rPr>
              <a:t>VB_Day2_lecture.ipynb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강의 노트북 — 1~8교시 문제 + 미니 프로젝트 (Colab · T4 GPU)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14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14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VB_Day2.pdf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1148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 슬라이드 PDF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6634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data/resnet20_cifar10.pt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6634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강사가 학습한 ResNet-20 가중치 — CPU 런타임일 때 8교시 이어서 진행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2120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Day 1 복습 퀴즈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 시작 — 강사가 Google Forms 링크 공유 (20문항 · 15분)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7900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노트북은 "파일 → Drive에 사본 저장" 후 작업 · 런타임 → 런타임 유형 변경 → T4 GPU · 하드웨어 없이 데이터만으로 진행합니다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큰 그림 — MLP 에서 ResNet 까지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같은 CIFAR-10 에 네 모델을 차례로 만듭니다. 파라미터와 연산량(MAC)을 함께 보세요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5087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9385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1762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1,707,274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633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1,706,496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0175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펼치기 → 이웃 관계 손실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22402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9584" y="15087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LeNet-5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1998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19385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9584" y="21762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62,006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9584" y="2633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651,720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9584" y="30175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Conv · Pool 2단 · MLP 의 1/27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52744" y="22402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15087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VGG-mini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2014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19385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1762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307,946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2633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38,653,952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0175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블록 반복 + BN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2248" y="2240280"/>
            <a:ext cx="2834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25712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08592" y="15087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ResNet-20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63072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2015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19385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21762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272,474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2633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40,813,184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8592" y="30175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지름길 y = ReLU(F(x) + x)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703320"/>
            <a:ext cx="7086600" cy="256032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66928" y="3794760"/>
            <a:ext cx="6867144" cy="2377440"/>
          </a:xfrm>
          <a:prstGeom prst="roundRect">
            <a:avLst>
              <a:gd name="adj" fmla="val 307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3_image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849624"/>
            <a:ext cx="5952744" cy="226771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7726679" y="3703320"/>
            <a:ext cx="4005072" cy="256032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09560" y="379476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오늘의 데이터 — CIFAR-10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82127" y="41605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f1_cif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509" y="4206240"/>
            <a:ext cx="1820917" cy="19202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040112" y="4206240"/>
            <a:ext cx="160020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32×32 RGB</a:t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= 3072 값</a:t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(MNIST 784)</a:t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10 클래스</a:t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train 50,000</a:t>
            </a:r>
          </a:p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test 10,000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1 복습 퀴즈 · CIFAR-10 과 MLP 의 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09:00–09:50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09:00–09:15 Vision Day 1 복습 퀴즈 (20문항)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CIFAR-10: 32×32 RGB · 10 클래스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채널별 정규화 — train 으로만 계산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MLP 는 펼치면서 이웃 관계를 잃는다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727959"/>
            <a:ext cx="3803904" cy="1188720"/>
          </a:xfrm>
          <a:prstGeom prst="roundRect">
            <a:avLst>
              <a:gd name="adj" fmla="val 6153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1_fla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39" y="2801111"/>
            <a:ext cx="3185160" cy="10424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1-1  채널별 mean · std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1-2  MLP 3072-512-256-10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1-3  MLP · Adam 3 epoch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D2-1 MLP 의 한계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16459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CIFAR-10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16459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6248" y="17007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airplane automobile bird cat deer dog frog horse ship truck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train 50,000 (클래스당 5,000) · test 10,000 (클래스당 1,000)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2359152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2359152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2414016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data01 = train_set.data / 255.0   # (50000, 32, 32, 3) HWC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MEAN = data01.mean(axis=(0, 1, 2)) → (0.4914, 0.4822, 0.4465)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STD  = data01.std(axis=(0, 1, 2))  → (0.2470, 0.2435, 0.2616)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29184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로더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329184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334670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DataLoader(train_set, batch_size=128, shuffle=True,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num_workers=2, pin_memory=True)   → 391 step/epoch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005072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MLP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005072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059935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3072·512+512 = 1,573,376 (92%) · 131,328 · 2,570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합계 1,707,274   3 epoch test 0.4994 (실행 예)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펼치면 바로 아래 픽셀은 32 칸, 같은 위치의 다른 채널은 1024 칸 떨어진다 — 이웃 관계와 이동 불변성이 사라지고, 파라미터의 92% 가 첫 층에 몰린다.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Conv 다시 보기 — 출력 크기 · 파라미터 · 수용 영역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10:00–10:50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nn.Conv2d(in, out, kernel_size, stride, padding, groups, bias)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 = ⌊(N + 2P − K)/S⌋ + 1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 = Cout·(Cin/G)·K² + Cout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수용 영역 rf ← rf + (K−1)·jump, jump ← jump·S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2-1  출력 크기 함수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2-2  파라미터 수 함수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2-3  수용 영역 함수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2-4  크기 절반 · 채널 2배 설계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D2-2 Conv2d 의 인자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1645920"/>
            <a:ext cx="1325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출력 크기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16459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2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912" y="1719072"/>
            <a:ext cx="2081854" cy="81381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47488" y="2715768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2-1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(N,K,S,P)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2715768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770632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(32,5,1,0)→28   (32,3,1,1)→32 same   (32,3,2,1)→16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(28,2,2,0)→14   (224,7,2,3)→112 ResNet 첫 층   (7,3,2,0)→3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429000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3429000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3483864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Conv2d(3→6, 5×5) 456          Conv2d(64→128, 3×3) 73,856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(64→64, 3×3, groups=64) 640 = 일반 36,928 의 1/57.7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(64→128, 1×1, bias=False) 8,192   (16→32, 3×3, bias=False) 4,608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4361688"/>
            <a:ext cx="1325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수용 영역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436168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f2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410" y="4434840"/>
            <a:ext cx="1944858" cy="7223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2-4: (N,64,32,32) → (N,128,16,16) 은 nn.Conv2d(64, 128, 3, stride=2, padding=1). 크기 1/2 → 위치 1/4, 채널 2배 → 연산량 절반. BN 앞 Conv 는 bias=False.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LeNet-5 · AlexNet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11:00–11:50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LeNet-5 (1998, Yann LeCun) — Conv · Pool 2단 + FC 3층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 판: 3채널 · ReLU · MaxPool (원래 흑백 · tanh · 평균 풀링)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AlexNet (2012) — ReLU · Dropout · 증강 · GPU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032760"/>
            <a:ext cx="3803904" cy="1005840"/>
          </a:xfrm>
          <a:prstGeom prst="roundRect">
            <a:avLst>
              <a:gd name="adj" fmla="val 7272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3_image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79" y="3105912"/>
            <a:ext cx="2256282" cy="8595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3-1  LeNet-5 nn.Module (62,006)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3-2  LeNet-5 vs MLP 3 epoch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3-3  AlexNet 파라미터 세기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D2-3 LeNet-5 의 shape 흐름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1645920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shape 흐름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1645920"/>
            <a:ext cx="5120640" cy="1005840"/>
          </a:xfrm>
          <a:prstGeom prst="roundRect">
            <a:avLst>
              <a:gd name="adj" fmla="val 7272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f3_l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11" y="1719072"/>
            <a:ext cx="3033656" cy="85953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47488" y="2761488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2761488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2816352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456 + 2,416 + 48,120 + 10,164 + 850 = 62,006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MAC conv1 352,800 + conv2 240,000 + FC 58,920 = 651,720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4747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34747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35295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MLP       1,707,274 params   3 epoch test 0.4994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LeNet-5   62,006 params      3 epoch test 0.5489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187952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AlexNet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187952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242816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ILSVRC 2012 top-5 오류 15.3% (2위 26.2%) · 8층 · GTX 580 ×2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ImageNet 1,000 클래스 · 약 128만 장 · 224×224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전체 61,100,840 · classifier.1.weight 37,748,736 (61.8%)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파라미터는 MLP 의 1/27 — 이웃 픽셀을 함께 보고 같은 필터를 모든 위치에서 다시 쓰는 귀납적 편향(inductive bias). AlexNet 은 합성곱 5층이 약 247만(4%), 나머지는 거의 FC.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VGG — 3×3 쌓기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13:00–13:50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VGG (2014, Oxford Visual Geometry Group) — 모든 합성곱 3×3, 16~19층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두 층 = 5×5 수용 영역, 파라미터 28% ↓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세 층 = 7×7, 45% ↓ · ReLU 도 더 많이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블록 = [Conv → BN → ReLU] × n → MaxPool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4-1  5×5 vs 3×3×2 (C=64)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4-2  vgg_block · VGG-mini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4-3  VGG-mini 3 epoch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D2-4 3×3 쌓기와 수용 영역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쌓기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1645920"/>
            <a:ext cx="5120640" cy="1005840"/>
          </a:xfrm>
          <a:prstGeom prst="roundRect">
            <a:avLst>
              <a:gd name="adj" fmla="val 7272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4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774" y="1719072"/>
            <a:ext cx="2488130" cy="85953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47488" y="2761488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4-1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(C=64)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2761488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2816352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5×5 102,400   vs   3×3×2  73,728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7×7 200,704   vs   3×3×3 110,592     (bias 없음)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34747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vgg_block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34747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35295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[nn.Conv2d(cin, cout, 3, padding=1, bias=False),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nn.BatchNorm2d(cout), nn.ReLU()] × n_convs  →  nn.MaxPool2d(2)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187952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VGG-mini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4187952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4242816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vgg_block(3,32,2) (N,32,16,16) → vgg_block(32,64,2) (N,64,8,8)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vgg_block(64,128,2) (N,128,4,4) → Flatten → Linear(2048,10)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307,946 params · MAC 38,653,952 · 3 epoch test 0.7526 (실행 예)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원래 VGG 에는 BN 이 없다 (BN 은 2015). 파라미터는 conv 286,560 + BN 896 + Linear 20,490. LeNet 대비 파라미터 약 5배, MAC 약 59배 — padding=1 로 해상도를 유지하며 채널을 늘리기 때문.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깊이의 문제 · BatchNorm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14:00–14:50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plain-N: 3×3 Conv(16ch) N−1 개 + GAP + Linear (plain-8 14,538 · plain-20 42,378)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깊을수록 입력 쪽 기울기가 작아진다 — 기울기 소실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BN: 채널마다 (배치·세로·가로) 통계로 정규화 → γ, β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추론은 running 평균 · 분산 — model.eval()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5-1  층별 기울기 노름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5-2  plain-8 · 20 ± BN 학습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5-3  BN 파라미터 · buffer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D2-5 기울기 소실과 BatchNorm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5-1 기울기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1645920"/>
            <a:ext cx="5120640" cy="1005840"/>
          </a:xfrm>
          <a:prstGeom prst="roundRect">
            <a:avLst>
              <a:gd name="adj" fmla="val 545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1700784"/>
            <a:ext cx="49011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conv          first (input)   last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plain-8       3.2e-04         2.8e-02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plain-20      1.1e-09         2.2e-02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plain-20+BN   3.4e-01         1.7e-01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2761488"/>
            <a:ext cx="13258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5-2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2761488"/>
            <a:ext cx="5120640" cy="1325880"/>
          </a:xfrm>
          <a:prstGeom prst="roundRect">
            <a:avLst>
              <a:gd name="adj" fmla="val 4137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2816352"/>
            <a:ext cx="4901184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10,000장 · SGD 0.05 momentum 0.9 · 3 epoch · 마지막 epoch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train loss   test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plain-8       2.304        0.1000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plain-8+BN    1.699        0.3037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plain-20      2.303        0.1000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plain-20+BN   1.785        0.2696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4197096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4197096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4251959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x̂ = (x − μ_batch) / √(σ²_batch + ε),   y = γ·x̂ + β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BatchNorm2d(16): 학습 파라미터 32 (γ 16 + β 16)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buffer: running_mean · running_var · num_batches_tracked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실행 예: BN 없으면 8층·20층 모두 손실 ≈ 2.30 (ln 10) — 학습 실패. BN 을 넣으면 둘 다 배우지만 20층이 8층보다 train 손실도 높다 → degradation → 6교시 ResNet. 흔한 실수: eval() 누락 · 배치 크기 1 · BN 앞 conv bias=True.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ResNet — Residual 지름길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15:00–15:50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BN 이 있어도 56층 plain 이 20층보다 train 오류 ↑ (degradation)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y = ReLU(F(x) + x) — 항등은 F = 0 만 배우면 끝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∂y/∂x = F′(x) + 1 — 기울기가 지름길로 흐른다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651760"/>
            <a:ext cx="3803904" cy="1188720"/>
          </a:xfrm>
          <a:prstGeom prst="roundRect">
            <a:avLst>
              <a:gd name="adj" fmla="val 6153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6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57" y="2724912"/>
            <a:ext cx="2796725" cy="10424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6-1  BasicBlock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6-2  ResNet (make_layer) · ResNet-20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6-3  plain-20 vs ResNet-20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D2-6 Residual 지름길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16459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BasicBlock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16459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6248" y="17007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conv1 3×3(stride) → BN → ReLU → conv2 3×3 → BN → (+ shortcut) → ReLU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shortcut = 1×1 Conv(stride, bias=False) + BN  또는  nn.Identity()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2359152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6-1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46520" y="2359152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2414016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BasicBlock(16, 32, stride=2): (2,16,32,32) → (2,32,16,16) · 14,528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= conv1 4,608 + bn1 64 + conv2 9,216 + bn2 64 + 1×1 512 + BN 64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072384"/>
            <a:ext cx="13258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ResNet-20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46520" y="3072384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6_resnet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665" y="3145536"/>
            <a:ext cx="3624349" cy="99669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47488" y="4325112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6-3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4325112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379976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test     loss    stem 기울기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plain-20    0.3803   1.641   9.8e-01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ResNet-20   0.4432   1.438   8.3e-01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ResNet-20 (6n+2, n=3): 272,474 params · MAC 40,813,184 — MLP 대비 파라미터 1/6, 연산 약 24배. GAP 덕분에 FC 는 650 개뿐. 6-3 은 10,000장 · SGD 0.05 · 3 epoch.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학습 기법 — 증강 · 학습률 스케줄 · MAC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16:00–16:50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증강은 train 에만 — 정답이 바뀌지 않는 변형만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OneCycleLR: 0.004 → 30% 지점 0.1 → 4e-7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scheduler.step() 은 배치마다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혼동 행렬 · forward hook 으로 MAC 세기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114800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14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105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7-1  증강 transform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7-2  OneCycleLR 곡선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7-3  혼동 행렬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7-4  hook 으로 MAC 세기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D2-7 데이터 증강 · 학습률 스케줄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1645920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증강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1645920"/>
            <a:ext cx="5120640" cy="1005840"/>
          </a:xfrm>
          <a:prstGeom prst="roundRect">
            <a:avLst>
              <a:gd name="adj" fmla="val 545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1700784"/>
            <a:ext cx="49011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transforms.Compose([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transforms.RandomCrop(32, padding=4),   # 최대 ±4 픽셀 이동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transforms.RandomHorizontalFlip(),      # 50%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transforms.ToTensor(), transforms.Normalize(MEAN, STD)])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2761488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OneCycleLR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2761488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6248" y="2816352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OneCycleLR(opt, max_lr=0.1, epochs=15, steps_per_epoch=391)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0.004 → step 약 1,759 에서 최대 0.1 → 5,865 step 끝 4e-7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474720"/>
            <a:ext cx="13258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혼동 행렬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3474720"/>
            <a:ext cx="51206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56248" y="3529584"/>
            <a:ext cx="49011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 = np.bincount(true * K + pred, minlength=K*K).reshape(K, K)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정확도 = 대각합 / 전체 · VGG-mini 최다 혼동 cat → dog (180장)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4187952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MAC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46520" y="4187952"/>
            <a:ext cx="51206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56248" y="4242816"/>
            <a:ext cx="49011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Conv  Cout·OH·OW·(Cin/G)·K²      Linear  in·out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MLP 1,706,496 · LeNet-5 651,720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VGG-mini 38,653,952 · ResNet-20 40,813,184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MNIST 에 좌우 뒤집기는 금지 (정답이 바뀌는 변형). 그림으로 볼 때는 × std + mean. steps_per_epoch ≠ len(loader) 이면 "Tried to step ... times" 오류. hook 은 다 쓰면 remove().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미니 프로젝트 — CIFAR-10 ResNet-20 85% 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17:00–17:50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618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강의 노트북 8교시  ·  ResNet-20 + 증강 + SGD + OneCycleLR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645920"/>
            <a:ext cx="5120640" cy="1325880"/>
          </a:xfrm>
          <a:prstGeom prst="roundRect">
            <a:avLst>
              <a:gd name="adj" fmla="val 4137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1700784"/>
            <a:ext cx="4901183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EPOCHS = 20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aug_loader = DataLoader(aug_set, batch_size=128, shuffle=True)  # 391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opt = torch.optim.SGD(model.parameters(), lr=0.1, momentum=0.9,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   nesterov=True, weight_decay=5e-4)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sched = OneCycleLR(opt, max_lr=0.1, epochs=EPOCHS,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steps_per_epoch=len(aug_loader))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8368" y="3108960"/>
          <a:ext cx="5120640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379476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배점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증강 로더 · SGD(nesterov, wd 5e-4) · OneCycleLR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ResNet-20 20 epoch — test ≥ 0.85 (GPU 학습)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오답 분석 — 혼동 행렬 · 헷갈린 쌍 3개 · 오답 16장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비교표 (파라미터 · MAC · test)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해석 (마크다운)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+ 10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" y="52852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채점 셀 실행 → 자동 채점 80점 + 강사 20점 (과제 5 의 10점)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577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칸 번호 k → 정답 k // 10, 예측 k %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704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D2-8 ResNet-20 학습 · 오답 분석 — 먼저 보고 코드로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73368" y="1298448"/>
            <a:ext cx="5175504" cy="868680"/>
          </a:xfrm>
          <a:prstGeom prst="roundRect">
            <a:avLst>
              <a:gd name="adj" fmla="val 6315"/>
            </a:avLst>
          </a:prstGeom>
          <a:solidFill>
            <a:srgbClr val="0F2A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13441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목표 test ≥ 0.85 (Colab T4 약 7분, 예상)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17556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강사 사전 실행 20 epoch test 0.8587 · CPU 런타임이면 강사 가중치 (과제 2 제외)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286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모델 비교 (CIFAR-10, 이미지 한 장 기준)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373368" y="2606040"/>
          <a:ext cx="5175504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143000"/>
                <a:gridCol w="1380744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params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(실행 예)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MLP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1,707,274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1,706,496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0.4994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LeNet-5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62,006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651,720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0.5489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VGG-mini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307,946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38,653,952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0.7526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ADE8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ResNet-20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272,474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40,813,184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ADE80"/>
                          </a:solidFill>
                          <a:latin typeface="Consolas"/>
                          <a:ea typeface="Consolas"/>
                          <a:cs typeface="Consolas"/>
                        </a:rPr>
                        <a:t>목표 ≥ 0.85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373368" y="4288536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MLP · LeNet-5 · VGG-mini = Adam 3 epoch, ResNet-20 = 8교시 20 epoch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599432"/>
            <a:ext cx="5212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흔한 혼동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cat ↔ dog · automobile ↔ truck · bird ↔ airplane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공정한 비교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같은 학습 조건 — 구조 × 학습법 2×2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온디바이스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메모리 = params × 4 bytes · 속도 ≈ MAC (지연시간 실측은 Day 5)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참고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원 논문 ResNet-20 (약 160 epoch) 91.25%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핵심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각 항목 옆 번호는 다시 볼 애니메이션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CIFAR-10 · 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141732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32×32×3 = 3072 · MLP 1,707,274 (92% 가 첫 층) · 펼치면 이웃 관계 손실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02082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Conv2d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02082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O = ⌊(N + 2P − K)/S⌋ + 1 · Cout·(Cin/G)·K² · rf ← rf + (K−1)·jump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62432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LeNet · AlexNet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262432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LeNet-5 62,006 (MLP 의 1/27) · AlexNet 2012 top-5 15.3% → ImageNet 시대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VGG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227832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3×3 두 층 = 5×5 수용 영역 (−28%) · 블록 반복 · VGG-mini 307,946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3133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BatchNorm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831336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깊은 plain 망은 기울기 소실 · BN = 채널별 정규화 + γ, β · 추론은 eval()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3484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ResNet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43484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y = ReLU(F(x) + x) · ∂y/∂x = F′ + 1 · ResNet-20 272,474 / MAC 40,813,184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03834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학습 기법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503834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RandomCrop · Flip (train 만) · OneCycleLR 0.004 → 0.1 → 4e-7, 배치마다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64184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미니 프로젝트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64184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ResNet-20 20 epoch — 목표 test ≥ 0.85 · 오답 분석 (cat ↔ dog)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D2-8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3 로 가는 다리 — 경량 CNN · 전이학습 · Grad-CAM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오늘 만든 ResNet-20 · fit · count_macs 를 들고, 작은 장치와 실제 현장 데이터로 갑니다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11274552" cy="4069080"/>
          </a:xfrm>
          <a:prstGeom prst="roundRect">
            <a:avLst>
              <a:gd name="adj" fmla="val 179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2 (오늘)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Day 3 (10/29 목)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0116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206654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ResNet-20 · MAC 40,813,184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011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ResNet-50 을 작은 장치에서? — 연산량 문제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57860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2633472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nn.Conv2d(groups=1)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578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Depthwise Separable Conv — depthwise = groups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14553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3200400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VGG · ResNet 블록 쌓기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14553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1455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MobileNetV2 · V3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1246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767328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CIFAR-10 처음부터 학습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371246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전이학습 — 현장 안전 분류기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2793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34255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혼동 행렬 · 오답 그림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279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279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Grad-CAM — 모델이 어디를 보았나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84632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490118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fit · count_macs · resnet20_cifar10.pt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846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그대로 사용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연산량 → Depthwise Separable Conv → MobileNetV2 · V3 → 전이학습 → Grad-CAM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오늘 저장한 resnet20_cifar10.pt 와 fit · count_macs 를 Day 3 에서 다시 씁니다 — 노트북을 Drive 에 사본 저장해 두세요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4 — 학습 기법</dc:title>
  <dc:subject>PptxGenJS Presentation</dc:subject>
  <dc:creator>김정인</dc:creator>
  <cp:lastModifiedBy>김정인</cp:lastModifiedBy>
  <cp:revision>1</cp:revision>
  <dcterms:created xsi:type="dcterms:W3CDTF">2026-10-22T03:27:24Z</dcterms:created>
  <dcterms:modified xsi:type="dcterms:W3CDTF">2026-10-22T03:27:24Z</dcterms:modified>
</cp:coreProperties>
</file>