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(C)  ·  2 /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· 배열 · 문자열 · 동적 메모리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다루는 언어. 어제 세 번 미뤄둔 &amp;v, const char *, &amp;s 를 오늘 전부 회수합니다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&amp;x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42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4480560"/>
            <a:ext cx="36576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4206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78A67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42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온디바이스 AI  ·  2026. 9. 8 (화)  ·  8시간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8교시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오전은 주소·배열, 오후는 문자열·힙 · 오늘 함정은 대부분 세그폴트로 끝납니다 — 정상입니다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기초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&amp;, *, swap, 쓰레기 포인터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산술·const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p+1 보폭, const 읽기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배열과 포인터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감쇠, sizeof 함정, 2차원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정렬과 검색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버블, 이진, off-by-one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\0, char[] vs char*, 직접 구현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처리·파싱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fgets, snprintf, strtok, strtol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메모리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malloc/realloc/free, valgrind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251960"/>
            <a:ext cx="548640" cy="54864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로그 분석기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— 오늘은 -g 를 붙인다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세그폴트가 났을 때 몇 번째 줄인지 알려면 디버그 정보가 필요합니다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766560" cy="2926080"/>
          </a:xfrm>
          <a:prstGeom prst="roundRect">
            <a:avLst>
              <a:gd name="adj" fmla="val 187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-g -o app app.c &amp;&amp; ./app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세그폴트가 나면 이 한 줄로 위치를 찾는다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gdb -batch -ex run -ex bt ./app 2&gt;&amp;1 | tail -5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  main () at wild.c:5      ← 죽은 줄 번호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7교시부터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676656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84632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89204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나오는 세그폴트는 전부 의도된 것입니다. 죽는 줄 번호를 gdb 로 찾는 연습 자체가 목표.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미뤄둔 세 가지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219456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CE6FA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194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(unsigned char *)&amp;v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0" y="2194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1·2교시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29260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CE6FA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29260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*level()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2·5교시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6576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CE6FA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3657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judge(..., &amp;s, &amp;b)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첫 20분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4846320"/>
            <a:ext cx="4023360" cy="7315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4846320"/>
            <a:ext cx="54864" cy="731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82128" y="48920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Reading 구조체와 센서 프레임 $T=25.3,H=60,D=120* 을 오늘 문자열로 파싱하고 힙에 쌓습니다.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09:00–09:50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주소는 그냥 숫자다 — &amp; 와 *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&amp;x;           // p 에 x 의 주소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x);      //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printf("%p\n", &amp;x);     // 0x7ffc...20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printf("%p\n", p);      // 같은 값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*p);     // 5  (화살표 따라가 읽기)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42;                // 화살표 따라가 쓰기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x);      // 42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554480"/>
            <a:ext cx="1463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42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14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 @0x..20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0" y="15544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155448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0x..20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 @0x..28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92640" y="2011680"/>
            <a:ext cx="-164592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41248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 를 역참조하면 int" — 오른쪽에서 왼쪽으로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657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sizeof(p)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— 주소 폭 (어제 sizeof(int *) 의 답)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sizeof(*p)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— 가리키는 것의 크기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12064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16636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inc(int x){ x++; } 가 실패한 이유: 값을 복사했으니 화살표가 없었다. 오늘: 주소를 넘겨 화살표를 만든다.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D2-1 포인터 화살표 뷰어 — p = &amp;x, *p = 42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swap 을 성공시키기  ·  ⚠ 함정 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383280"/>
          </a:xfrm>
          <a:prstGeom prst="roundRect">
            <a:avLst>
              <a:gd name="adj" fmla="val 1622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inc_wrong(int x)  { x++; }      // Day 1: 복사본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inc_right(int *p) { (*p)++; }   // 주소 → 원본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swap(int *a, int *b)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 = *a; *a = *b; *b = 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5, y = 9;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inc_wrong(x);   // x =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inc_right(&amp;x);  // x = 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swap(&amp;x, &amp;y);   // x = 9, y =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548640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89204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93776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judge(ans, g, &amp;s, &amp;b) 가 두 값을 돌려줄 수 있었던 이유가 inc_right 입니다.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어디도 가리키지 않는 포인터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73736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8288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*p;        // 쓰레기 주소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 = 10;       // Segmentation fault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gdb -batch -ex run -ex bt ./wild | tail -3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  main () at wild.c:5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*p++ 와 (*p)++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365760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3749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arr[3] = {3, 1, 2}; int *p = arr;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", *p++);   // 3, p → arr[1]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", *p);     // 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(*p)++;                 // arr[1] =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5166360"/>
            <a:ext cx="5120640" cy="64008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5166360"/>
            <a:ext cx="54864" cy="64008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93408" y="5212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후위 ++ 가 * 보다 우선 → *p++ 는 *(p++). 어제 정답의 (*strike)++ 괄호가 이것.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10:00–10:50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+ 1 은 1바이트가 아니다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1554480"/>
            <a:ext cx="301752" cy="411480"/>
          </a:xfrm>
          <a:prstGeom prst="rect">
            <a:avLst/>
          </a:prstGeom>
          <a:solidFill>
            <a:srgbClr val="2457C5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5376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52928" y="1554480"/>
            <a:ext cx="301752" cy="411480"/>
          </a:xfrm>
          <a:prstGeom prst="rect">
            <a:avLst/>
          </a:prstGeom>
          <a:solidFill>
            <a:srgbClr val="DCE6FA"/>
          </a:solidFill>
          <a:ln w="9525">
            <a:solidFill>
              <a:srgbClr val="2457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1129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966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721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1558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50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4905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742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36608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5792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94976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4160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53344" y="155448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865376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+ 1  (4바이트 뒤)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07008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36192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65376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23744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2928" y="2377440"/>
            <a:ext cx="301752" cy="411480"/>
          </a:xfrm>
          <a:prstGeom prst="rect">
            <a:avLst/>
          </a:prstGeom>
          <a:solidFill>
            <a:srgbClr val="C98A12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82112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11296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40480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9664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98848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28032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57216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0" y="2377440"/>
            <a:ext cx="301752" cy="411480"/>
          </a:xfrm>
          <a:prstGeom prst="rect">
            <a:avLst/>
          </a:prstGeom>
          <a:solidFill>
            <a:srgbClr val="FBF0D3"/>
          </a:solidFill>
          <a:ln w="9525">
            <a:solidFill>
              <a:srgbClr val="C98A1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1558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44768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3952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03136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0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6150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90688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9872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449056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778240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0742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36608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65792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94976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24160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753344" y="2377440"/>
            <a:ext cx="301752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4864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*q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3182112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+ 1  (8바이트 뒤)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48640" y="31089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85800" y="3200400"/>
            <a:ext cx="5212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arr[5] = {10, 20, 30, 40, 50};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arr;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      // ...90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+ 1    // ...94   ← 4씩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+ 2    // ...98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*(p + 2)            // 30  == arr[2]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&amp;arr[4] - &amp;arr[0]   // 4  (요소 개수, 바이트 아님)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0" y="3108960"/>
            <a:ext cx="521208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537960" y="320040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센서 4바이트 → 거리 300, 습도 60 (LE)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buf[4] = {0x2C, 0x01, 0x3C, 0x00};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① 캐스팅: 정렬 맞을 때만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*w = (uint16_t *)buf;   // w[0]=300 w[1]=60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② 바이트 조립: 어디서나 (임베디드 권장)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 d = buf[0] | (buf[1] &lt;&lt; 8);   // 300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D2-2 p+1 은 몇 바이트 — 타입 바꿔가며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 는 오른쪽에서 왼쪽으로 읽는다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바꾸기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옮기기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*p1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은 const int 를 가리킨다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*p1 = 9  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 = &amp;b  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11064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*const p2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60604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는 int 를 가리키는 const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*p2 = 9  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 = &amp;b  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*const p3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291840"/>
            <a:ext cx="3383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const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29184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*p3 = 9  ✗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= &amp;b  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9319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sum(const int *a, int n);          // "읽기만 한다" 약속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is_valid(const int g[3]);           // 어제 숫자 야구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 my_strlen(const char *s);       // 5교시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parse_frame(const char *line, Reading *out);   // 6교시: line 은 읽기만, out 은 쓴다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53212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557784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안에서 실수로 a[i] = … 를 쓰면 컴파일 에러. 호출자는 배열이 훼손되지 않을 것을 안다. 인자 타입만 봐도 함수의 의도가 읽힌다.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11:00–11:50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배열은 함수에 넘기는 순간 포인터가 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arr[5] = {10, 20, 30, 40, 50};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 ==  *(arr + 2)  ==  2[arr]   // 30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                // 20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/ sizeof(arr[0])  // 5  ← 요소 개수 관용구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show(int arr[]) {       // 사실은 int *arr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sizeof(arr)              // 8 !!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sum(const int *a, int n) // 그래서 길이를 따로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sum(arr, 5);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2468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457C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4922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프레임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29400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DCE6FA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68312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68312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07224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07224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46136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46136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385048" y="1920240"/>
            <a:ext cx="402336" cy="457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85048" y="1920240"/>
            <a:ext cx="4023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= 20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35440" y="1463040"/>
            <a:ext cx="2377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23544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 프레임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19202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0x..40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2148840"/>
            <a:ext cx="-2606040" cy="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923544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sizeof(arr) = 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요소의 주소 하나만 넘어간다 (감쇠, decay). 요소가 5개라는 정보는 사라진다.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480560"/>
            <a:ext cx="512064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448056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93408" y="4526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라이브러리가 fwrite(buf, size, n, fp), qsort(arr, n, size, cmp) 처럼 (배열, 길이) 를 짝으로 받는 이유.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16636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" y="521208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int m[2][3] 은 한 덩어리 (1 2 3 4 5 6). m[1][0] 은 12바이트 뒤. 함수에 넘길 땐 int m[][3] — 열 수가 있어야 주소 계산 가능.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D2-3 배열 감쇠 — show(arr) 호출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13:00–13:50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정렬과 검색 — swap 을 써먹는 첫 자리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bubble(int *a, int n)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n - 1; i++)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j = 0; j &lt; n - 1 - i; j++)   // 뒤 i개 확정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(a[j] &gt; a[j + 1])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swap(&amp;a[j], &amp;a[j + 1]);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{26,25,37,25,24} → 24 25 25 26 37 (7 swaps)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4630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bsearch_int(const int *a, int n, int key)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lo = 0, hi = n - 1;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(lo &lt;= hi)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mid = lo + (hi - lo) / 2;  // 오버플로 회피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(a[mid] == key) return mid;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(a[mid] &lt; key) lo = mid + 1; else hi = mid - 1;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   // 인덱스는 0 이상이라 겹치지 않음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645152"/>
            <a:ext cx="548640" cy="566928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645152"/>
            <a:ext cx="5486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4572000"/>
            <a:ext cx="548640" cy="640080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572000"/>
            <a:ext cx="548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4572000"/>
            <a:ext cx="548640" cy="640080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4572000"/>
            <a:ext cx="5486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4498848"/>
            <a:ext cx="548640" cy="713232"/>
          </a:xfrm>
          <a:prstGeom prst="roundRect">
            <a:avLst>
              <a:gd name="adj" fmla="val 13333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88920" y="4498848"/>
            <a:ext cx="54864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694176"/>
            <a:ext cx="548640" cy="1517904"/>
          </a:xfrm>
          <a:prstGeom prst="roundRect">
            <a:avLst>
              <a:gd name="adj" fmla="val 13333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694176"/>
            <a:ext cx="548640" cy="15179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key=26: mid=2(25) &lt; 26 → lo=3 → mid=3 → 찾음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931920"/>
            <a:ext cx="5303520" cy="11887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931920"/>
            <a:ext cx="54864" cy="11887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397764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j &lt; n - i 로 쓰면 a[j+1] 이 a[n] — 배열 밖. 컴파일러는 막지 않는다.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검색은 정렬 전제. 정렬 안 된 배열이면 버린 쪽에 답이 있을 수 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5257800"/>
            <a:ext cx="5303520" cy="7315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257800"/>
            <a:ext cx="54864" cy="731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10528" y="53035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정렬(8교시): Reading t = a[j]; a[j] = a[j+1]; a[j+1] = t; — 구조체는 = 로 통째로 복사된다. 데이터가 많으면 Day 3 qsort.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D2-4 버블 정렬 · 이진 검색 — 한 걸음씩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배열 밖은 조용히 남의 것을 덮는다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3017520"/>
          </a:xfrm>
          <a:prstGeom prst="roundRect">
            <a:avLst>
              <a:gd name="adj" fmla="val 181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Dev { char name[8]; int level; };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Dev *d = malloc(sizeof *d);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strcpy(d-&gt;name, "ESP"); d-&gt;level = 1;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before: name=ESP level=1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strcpy(d-&gt;name, "ESP32-SENSOR");   // 13글자 → 8칸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: name=ESP32-SENSOR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level=1380930382 (0x524F534E)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68896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68896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71232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71232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73568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73568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75904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0576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0576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82912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985248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5248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387584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87584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789920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89920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192256" y="1554480"/>
            <a:ext cx="365760" cy="502920"/>
          </a:xfrm>
          <a:prstGeom prst="roundRect">
            <a:avLst>
              <a:gd name="adj" fmla="val 20000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192256" y="1554480"/>
            <a:ext cx="3657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name[0..7]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985248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 (4바이트)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0x524F534E  =  'N' 'S' 'O' 'R' (리틀 엔디안)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66560" y="320040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'__builtin_memcpy' writing 13 bytes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into a region of size 8 overflows the destination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 stack smashing detected ***   ← 스택이면 glibc 가 잡기도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572000"/>
            <a:ext cx="54864" cy="82296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61772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경고는 나지만 실행은 된다. 스택이면 운 좋게 잡히고, 힙이면 조용히 옆 필드가 바뀐다. MCU 에는 보호가 없다. 입력이 사용자에게서 오면 이것이 buffer overflow 취약점.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D2-5 오버플로 — 8칸 버퍼에 긴 문자열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14:00–14:50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"ABC" 는 4바이트 — char[] vs char*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s1[] = "ABC";   // 스택에 복사 — 수정 가능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*s2  = "ABC";   // 읽기 전용 리터럴을 가리킴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sizeof(s1)  // 4   (A B C \0)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sizeof(s2)  // 8   (포인터)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strlen(s1)  // 3   (\0 전까지)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s1[0] = 'X';   // XBC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s2[0] = 'X';   // Segmentation fault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*s2 = "ABC";  // → 컴파일 에러로 바꾸기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01000" y="155448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155448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s1[] (4B)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418320" y="15544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0x5555..04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(8B)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영역 (.rodata)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1832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1832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92124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2124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42416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927080" y="3063240"/>
            <a:ext cx="457200" cy="50292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92708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104120" y="2057400"/>
            <a:ext cx="-457200" cy="100584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3703320"/>
            <a:ext cx="5120640" cy="5486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703320"/>
            <a:ext cx="54864" cy="5486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93408" y="37490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 · strlen · 포인터 크기 — 세 숫자를 구분하는 것이 오늘의 절반.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92240" y="4343400"/>
            <a:ext cx="5120640" cy="1645920"/>
          </a:xfrm>
          <a:prstGeom prst="roundRect">
            <a:avLst>
              <a:gd name="adj" fmla="val 3333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size_t my_strlen(const char *s)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char *p = s;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(*p) p++;       // '\0' (값 0) 까지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 - s;         // 포인터 뺄셈 = 글자 수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((*d++ = *s++) != '\0') {}   // strcpy 한 줄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D2-5 char[] vs char* — s1[0], s2[0] 쓰기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프레임에서 값 찾기 — strstr, strchr, atof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76656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6492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*frame = "$T=25.3,H=60,D=120*";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*t = strstr(frame, "T=");   // "T=" 시작 위치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*e = strchr(frame, '*');     // '*' 위치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t + 2);        // 25.3,H=60,D=120*  (끝까지)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printf("%.1f\n", atof(t + 2)); // 25.3  (숫자 아닌 곳에서 멈춤)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printf("%ld\n", e - frame);    // 18   ('*' 의 인덱스)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9611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24358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4358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4358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59105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9105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59105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938528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938528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938528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8600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8600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63347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3347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63347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98094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8094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98094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32841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2841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32841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75888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75888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675888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2336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2336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02336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37083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7083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37083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71830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1830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71830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6577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6577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06577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413248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13248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413248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760720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760720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760720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108192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108192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108192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455664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55664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6455664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803136" y="4023360"/>
            <a:ext cx="310896" cy="411480"/>
          </a:xfrm>
          <a:prstGeom prst="roundRect">
            <a:avLst>
              <a:gd name="adj" fmla="val 235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03136" y="4023360"/>
            <a:ext cx="31089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803136" y="44531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896112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frame + 1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57607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frame + 18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8640" y="4846320"/>
            <a:ext cx="676656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8640" y="484632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9808" y="489204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atoi/atof 는 실패해도 0 을 돌려준다 → "0" 과 구분 불가. 6교시에서 strtol 의 끝 포인터로 바꾼다.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7589520" y="137160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726680" y="14630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my_strcmp(const char *a, const char *b)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(*a &amp;&amp; *a == *b) { a++; b++; 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(unsigned char)*a - (unsigned char)*b;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strcmp(a, b) == 0   → 같다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(strcmp(a, b))   → "다르면" ← 자주 틀림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589520" y="3931920"/>
            <a:ext cx="4023360" cy="5486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589520" y="3931920"/>
            <a:ext cx="54864" cy="5486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90688" y="3977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0 = 같음, 음수 = a 가 앞, 양수 = a 가 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15:00–15:50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읽고, 안전하게 자른다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fgets — 버퍼 크기를 아는 입력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line[32];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(fgets(line, sizeof line, stdin) == NULL) return 1;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line[strcspn(line, "\n")] = '\0';   // 끝의 개행 제거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scanf("%s", buf);   // 크기를 모름 → 5교시 오버플로 재현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86400" cy="82296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03320"/>
            <a:ext cx="54864" cy="82296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7490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31글자 넘게 입력해 보세요 — 잘리기만 하고 죽지 않는다. strcspn 은 \n 이 없으면 strlen 과 같아 안전.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strncpy 는 널을 보장하지 않는다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173736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1828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a[4], b[4];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strncpy(a, "ABCDEFG", 4);  // A B C D — '\0' 없음!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printf("%s", a);           // 옆 메모리까지 출력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snprintf(b, sizeof b, "%s", "ABCDEFG");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printf("%s", b);           // ABC  (자르고 항상 '\0')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703320"/>
            <a:ext cx="512064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70332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37490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잘라서 복사할 때는 snprintf(dst, sizeof dst, "%s", src) 를 습관으로.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교체표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fgets(buf, sizeof buf, stdin)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5029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대신  scanf("%s")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132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413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snprintf(dst, sizeof dst, "%s", src)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5413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대신  strcpy · strncpy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97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변환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57972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strtol(s, &amp;end, 10) + end 검사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5797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대신  atoi · atof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strtok 은 원본을 자른다 · strtol 은 끝을 알려준다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line[] = "$T=25.3,H=60,D=120*";   // 배열이어야 함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*tok = strtok(line + 1, ",");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(tok)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printf("[%s] ", tok);   // [T=25.3] [H=60] [D=120*]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 = strtok(NULL, ",");  // 이어서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3210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1556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1556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9903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9903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82496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82496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96596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596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24942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4942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3288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3288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81635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1635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099816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99816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6674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6674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95020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020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3367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3367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517136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17136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00600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00600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84064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84064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67528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67528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650992" y="3840480"/>
            <a:ext cx="256032" cy="384048"/>
          </a:xfrm>
          <a:prstGeom prst="roundRect">
            <a:avLst>
              <a:gd name="adj" fmla="val 28571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50992" y="3840480"/>
            <a:ext cx="256032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콤마 자리에 '\0' 이 써진다 → 원본이 세 조각으로. 리터럴(char *)에 쓰면 세그폴트.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92240" y="1371600"/>
            <a:ext cx="5120640" cy="265176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14630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*end;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v = strtol("120*", &amp;end, 10);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120, end → "*"   (숫자가 끝난 곳)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strtol("abc", &amp;end, 10);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= 0, end == 시작   → 실패를 알 수 있다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(end == p) return 0;   // 하나도 못 읽음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92240" y="4160520"/>
            <a:ext cx="5120640" cy="91440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92240" y="4160520"/>
            <a:ext cx="54864" cy="9144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93408" y="4206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atoi("abc") 도 0, atoi("0") 도 0. strtol 의 end 만이 둘을 구분한다. parse_frame 의 get_num 이 이 검사로 "T=abc" 를 BAD 로 판정.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16636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9808" y="521208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parse_frame(line, &amp;r): 실패하면 0 을 반환하고 out 은 건드리지 않는다 — 반쯤 채워진 구조체를 남기지 않는 것이 규칙.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D2-6 strtok 분리 — 콤마가 \0 으로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16:00–16:50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힙 — 빌리고, 키우고, 돌려주기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스택으로 안 되는 두 가지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*make_array(int n) {     // ① 함수가 끝나도 살아야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int a[n]; return a;   ← 죽은 메모리 주소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*a = malloc(n * sizeof(int));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 == NULL) return NULL;   // 항상 검사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a;   // 호출자가 free 할 책임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&amp;n);            // ② 크기를 실행 중에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*a = make_array(n);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free(a); a = NULL;          // 반납 + 습관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325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realloc — 줄 수를 모를 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737360"/>
            <a:ext cx="512064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8288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== cap)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 *= 2;                  // 두 배씩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*tmp = realloc(a, cap * sizeof(int));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(!tmp) { free(a); return 1; }   // 원본은 살아 있다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tmp;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a[n++] = v;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4069080"/>
            <a:ext cx="5120640" cy="12344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069080"/>
            <a:ext cx="54864" cy="12344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93408" y="411480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realloc(a, …) 로 바로 받으면 실패 시 원본 주소를 잃어 누수. tmp 가 관용구.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realloc 은 자리가 없으면 새 블록에 복사 후 옛 블록 해제 → 주소가 바뀔 수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440680"/>
            <a:ext cx="54864" cy="6858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548640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소유권 규칙: 누가 free 하는지를 함수 주석에 적는다. "반환값은 호출자가 free". C 에는 GC 가 없다 — 사람이 짝을 맞춘다.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D2-7 힙 할당·해제 — malloc → realloc → free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valgrind — 세 가지 실수를 눈에 익히기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누수 — free 없이 종료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malloc(40);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p[0] =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use at exit: 40 bytes in 1 blocks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definitely lost: 40 bytes in 1 blocks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malloc ... by main (leak.c:5)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 후 사용 (use-after-free)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p[0] = 2;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write of size 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... is 0 bytes inside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block of size 40 free'd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해제 (double free)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free(p);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200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free() / delete /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delete[] / realloc()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 free ... by main (leak.c:9)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7548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-g leak.c -o leak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./leak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./analyzer &lt; log.txt 2&gt;&amp;1 | grep -E "definitely|ERROR SUMMARY"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definitely lost: 0 bytes in 0 blocks   /   ERROR SUMMARY: 0 errors   ← 제출 조건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806440"/>
            <a:ext cx="54864" cy="5486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85216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MCU 에는 valgrind 가 없다. 이 세 실수는 거기서 조용히 시스템을 망가뜨린다. 오늘 PC 에서 메시지를 눈에 익혀 두는 것이 목적. free 뒤 p = NULL 습관이 ②③ 을 막는다.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17:00–17:50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센서 로그 분석기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4개 (main.c · frame.c · frame.h · Makefile) · 경고 0개 · valgrind 누수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읽기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4028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2316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parse_frame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힙에 누적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realloc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7220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4672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min/max/median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3·4교시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38360" y="2377440"/>
            <a:ext cx="1828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21240" y="18288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921240" y="1938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21240" y="23042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921240" y="26060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15087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줄마다 반복 (BAD 면 세고 건너뜀)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1508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한 번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29184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33832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&amp;&amp; ./analyzer &lt; log.txt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line 4: T=25.1,H=60,D=120*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line 6: $T=abc,H=60,D=120*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min=24.8 max=37.2 median=26.0 avg=29.88 alert=2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 bad=2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./analyzer &lt; log.txt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definitely lost: 0 bytes in 0 blocks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675120" y="3291840"/>
            <a:ext cx="4937760" cy="237744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3291840"/>
            <a:ext cx="54864" cy="237744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76288" y="3337560"/>
            <a:ext cx="4617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뼈대(main.c 대부분, frame.c/h 전체)는 실습 자료에 있습니다. 채울 곳은 둘: realloc 블록(tmp 관용구), 통계 계산.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return 세 곳 모두에서 free(log) 를 확인하세요 — 누수는 거기서 납니다.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미완성이어도 parse_frame 통합 + realloc 루프가 있으면 통과.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D2-8 로그 분석기 흐름 — 재생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6420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&amp;&amp; make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0개 (-Wall -Wextra)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3288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줄이 있어도 끝까지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15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죽지 않고 세어서 보고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0156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100줄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84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 을 여러 번 넘겨 realloc 경로가 실제로 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valgrind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53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definitely lost 0 bytes · ERROR SUMMARY 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worksheet_day2.html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21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8교시까지 채점 → 결과 코드 · 오답 정리 캡처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for i in $(seq 100); do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 echo "\$T=$((20+i%20)).5,H=60,D=120*"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done &gt; big.txt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./analyzer &lt; big.txt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min=20.5 max=39.5 ... n=100 bad=0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제출 폴더: c_day2/analyzer/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2  ·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여섯 문장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는 주소, * 는 그 주소의 값.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바꾸려면 주소를 넘긴다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+ 1 은 sizeof(*p) 바이트 이동.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뺄셈은 요소 개수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배열은 함수에 넘기는 순간 포인터가 된다.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길이를 같이 넘겨라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밖에 쓰면 컴파일러는 막지 않는다.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변수가 조용히 바뀐다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D2-4 · D2-5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문자열은 '\0' 까지. char[] 는 수정 가능, char* 리터럴은 읽기 전용.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fgets · snprintf · strtol 을 쓴다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D2-5 · D2-6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 → NULL 검사 → 사용 → free.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free 하는지 적어라. valgrind 로 확인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D2-7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예고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· 비트 연산 · 함수 포인터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것들이 내일 이렇게 바뀝니다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sizeof(Reading) == 16 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패딩·정렬 — double 8 + int 4 + int 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buf[0] | (buf[1] &lt;&lt; 8)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 — 마스킹, 시프트, 레지스터 제어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bubble(…) → qsort(log, n, sizeof *log, cmp)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포인터 — 비교 함수를 넘기는 정렬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c_day2/analyzer/ (파일 4개) + valgrind 캡처 + worksheet_day2.html 결과  ·  내일 09:00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2026-09-09T06:12:34Z</dcterms:created>
  <dcterms:modified xsi:type="dcterms:W3CDTF">2026-09-09T06:12:34Z</dcterms:modified>
</cp:coreProperties>
</file>